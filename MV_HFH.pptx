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2"/>
    <p:restoredTop sz="76067"/>
  </p:normalViewPr>
  <p:slideViewPr>
    <p:cSldViewPr snapToGrid="0">
      <p:cViewPr varScale="1">
        <p:scale>
          <a:sx n="55" d="100"/>
          <a:sy n="55" d="100"/>
        </p:scale>
        <p:origin x="2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2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3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to contribute to the advancements of the company and provide a great experience for our clients.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 dirty="0"/>
            <a:t>I have two years of work experience as a Graduate Research Assistant at Oakland University and over 2.5 years </a:t>
          </a:r>
          <a:r>
            <a:rPr lang="en-US" dirty="0" err="1"/>
            <a:t>expereince</a:t>
          </a:r>
          <a:r>
            <a:rPr lang="en-US" dirty="0"/>
            <a:t> as a PC at </a:t>
          </a:r>
          <a:r>
            <a:rPr lang="en-US" dirty="0" err="1"/>
            <a:t>Novogene</a:t>
          </a:r>
          <a:r>
            <a:rPr lang="en-US" dirty="0"/>
            <a:t>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 dirty="0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Coordinator I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0" presStyleCnt="2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0" destOrd="0" parTransId="{DE928A66-F88A-6149-A6DD-C6476F31E781}" sibTransId="{46F11659-4EB0-7945-BEE7-3656ACF8E262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1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AA2374D2-38C8-1542-BAFB-DF9B8E499055}" type="presParOf" srcId="{70E192A5-DB24-F645-8EC9-394017E5AE68}" destId="{60C79CD8-453A-304E-A4B4-F529FC69D731}" srcOrd="0" destOrd="0" presId="urn:microsoft.com/office/officeart/2005/8/layout/vList2"/>
    <dgm:cxn modelId="{6793ACB4-7841-804F-AE86-F4716D079C87}" type="presParOf" srcId="{70E192A5-DB24-F645-8EC9-394017E5AE68}" destId="{B4C54A19-3536-1A4E-A1EA-C2771B313FD4}" srcOrd="1" destOrd="0" presId="urn:microsoft.com/office/officeart/2005/8/layout/vList2"/>
    <dgm:cxn modelId="{10DF4349-0D99-C844-B59C-219E6E7FEFD9}" type="presParOf" srcId="{70E192A5-DB24-F645-8EC9-394017E5AE68}" destId="{4C695A41-D314-CD43-9C52-F67E38984D60}" srcOrd="2" destOrd="0" presId="urn:microsoft.com/office/officeart/2005/8/layout/vList2"/>
    <dgm:cxn modelId="{6FA04254-2E0D-234A-A6B2-F21528500DFF}" type="presParOf" srcId="{70E192A5-DB24-F645-8EC9-394017E5AE68}" destId="{E6BFB32E-099A-8F4F-B6FC-F3383D40F5E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Builds productive working relationships with departments that are key partners </a:t>
          </a:r>
          <a:endParaRPr lang="en-US" sz="1400" dirty="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5"/>
      <dgm:spPr/>
    </dgm:pt>
    <dgm:pt modelId="{134294FA-5FAE-4D86-B216-5C57B7469F46}" type="pres">
      <dgm:prSet presAssocID="{34AD937F-9C72-422E-A91A-BBC62E91EB8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5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5"/>
      <dgm:spPr/>
    </dgm:pt>
    <dgm:pt modelId="{AF703B6F-B0CA-408F-B11C-8A2DF759E20B}" type="pres">
      <dgm:prSet presAssocID="{DD590F2F-1FB2-4E53-A8E9-6552F882BD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5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5"/>
      <dgm:spPr/>
    </dgm:pt>
    <dgm:pt modelId="{40739708-C7A0-4754-90D4-29DA589989BE}" type="pres">
      <dgm:prSet presAssocID="{3AD1F25D-5CB1-4457-ABFD-E8AA6FA9312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5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3" presStyleCnt="5"/>
      <dgm:spPr/>
    </dgm:pt>
    <dgm:pt modelId="{F26091B4-F05E-4BA0-9DDF-2053E5636146}" type="pres">
      <dgm:prSet presAssocID="{8118E2A0-F423-468B-829E-F4CFD2B641E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3" presStyleCnt="5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4" presStyleCnt="5"/>
      <dgm:spPr/>
    </dgm:pt>
    <dgm:pt modelId="{25778BBE-1CD1-4726-AD6F-81CC927053F6}" type="pres">
      <dgm:prSet presAssocID="{509D8AE4-BE9A-489D-AADB-951CBFC6C36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3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4" destOrd="0" parTransId="{8907B60F-F06D-435E-BE06-F340FF8D9458}" sibTransId="{2BD0DE89-5B2C-4D15-8608-232ECB241DA7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8871B238-040E-894D-BE87-C2A7F912524C}" type="presParOf" srcId="{06E96B60-BAD4-44D6-9E1B-CE7EEE530560}" destId="{8FC3F4AD-A7F3-4038-B3FF-7C43C791E519}" srcOrd="6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7" destOrd="0" presId="urn:microsoft.com/office/officeart/2018/2/layout/IconCircleList"/>
    <dgm:cxn modelId="{C809B4FD-B02A-CD42-87D6-13AF6011E19A}" type="presParOf" srcId="{06E96B60-BAD4-44D6-9E1B-CE7EEE530560}" destId="{D6328D79-A36B-45C8-93F1-C45627CCF434}" srcOrd="8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dirty="0">
              <a:solidFill>
                <a:schemeClr val="bg1"/>
              </a:solidFill>
            </a:rPr>
            <a:t>Homo sapiens, Mus musculus, and Musca domestica</a:t>
          </a:r>
          <a:endParaRPr lang="en-US" sz="1400" b="1" dirty="0">
            <a:solidFill>
              <a:schemeClr val="bg1"/>
            </a:solidFill>
          </a:endParaRPr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 dirty="0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and utilizing my technical knowledge and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to contribute to the advancements of the company and provide a great experience for our clients.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have two years of work experience as a Graduate Research Assistant at Oakland University and over 2.5 years </a:t>
          </a:r>
          <a:r>
            <a:rPr lang="en-US" sz="1900" kern="1200" dirty="0" err="1"/>
            <a:t>expereince</a:t>
          </a:r>
          <a:r>
            <a:rPr lang="en-US" sz="1900" kern="1200" dirty="0"/>
            <a:t> as a PC at </a:t>
          </a:r>
          <a:r>
            <a:rPr lang="en-US" sz="1900" kern="1200" dirty="0" err="1"/>
            <a:t>Novogene</a:t>
          </a:r>
          <a:r>
            <a:rPr lang="en-US" sz="1900" kern="1200" dirty="0"/>
            <a:t>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7991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Coordinator I</a:t>
          </a:r>
        </a:p>
      </dsp:txBody>
      <dsp:txXfrm>
        <a:off x="40724" y="88715"/>
        <a:ext cx="4742964" cy="752780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24" y="1748874"/>
        <a:ext cx="4742964" cy="752780"/>
      </dsp:txXfrm>
    </dsp:sp>
    <dsp:sp modelId="{B4C54A19-3536-1A4E-A1EA-C2771B313FD4}">
      <dsp:nvSpPr>
        <dsp:cNvPr id="0" name=""/>
        <dsp:cNvSpPr/>
      </dsp:nvSpPr>
      <dsp:spPr>
        <a:xfrm>
          <a:off x="0" y="2542378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2378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C79CD8-453A-304E-A4B4-F529FC69D731}">
      <dsp:nvSpPr>
        <dsp:cNvPr id="0" name=""/>
        <dsp:cNvSpPr/>
      </dsp:nvSpPr>
      <dsp:spPr>
        <a:xfrm>
          <a:off x="0" y="35049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Master of Science</a:t>
          </a:r>
        </a:p>
      </dsp:txBody>
      <dsp:txXfrm>
        <a:off x="30442" y="65491"/>
        <a:ext cx="4763528" cy="562726"/>
      </dsp:txXfrm>
    </dsp:sp>
    <dsp:sp modelId="{B4C54A19-3536-1A4E-A1EA-C2771B313FD4}">
      <dsp:nvSpPr>
        <dsp:cNvPr id="0" name=""/>
        <dsp:cNvSpPr/>
      </dsp:nvSpPr>
      <dsp:spPr>
        <a:xfrm>
          <a:off x="0" y="658659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Oakland University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2019-2021</a:t>
          </a:r>
        </a:p>
      </dsp:txBody>
      <dsp:txXfrm>
        <a:off x="0" y="658659"/>
        <a:ext cx="4824412" cy="1049490"/>
      </dsp:txXfrm>
    </dsp:sp>
    <dsp:sp modelId="{4C695A41-D314-CD43-9C52-F67E38984D60}">
      <dsp:nvSpPr>
        <dsp:cNvPr id="0" name=""/>
        <dsp:cNvSpPr/>
      </dsp:nvSpPr>
      <dsp:spPr>
        <a:xfrm>
          <a:off x="0" y="1708150"/>
          <a:ext cx="48244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Bachelor of Technology</a:t>
          </a:r>
        </a:p>
      </dsp:txBody>
      <dsp:txXfrm>
        <a:off x="30442" y="1738592"/>
        <a:ext cx="4763528" cy="562726"/>
      </dsp:txXfrm>
    </dsp:sp>
    <dsp:sp modelId="{E6BFB32E-099A-8F4F-B6FC-F3383D40F5EB}">
      <dsp:nvSpPr>
        <dsp:cNvPr id="0" name=""/>
        <dsp:cNvSpPr/>
      </dsp:nvSpPr>
      <dsp:spPr>
        <a:xfrm>
          <a:off x="0" y="2331760"/>
          <a:ext cx="4824412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Biotechnology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JIIT, Noida, India,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2015-2019</a:t>
          </a:r>
        </a:p>
      </dsp:txBody>
      <dsp:txXfrm>
        <a:off x="0" y="2331760"/>
        <a:ext cx="4824412" cy="1049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Builds productive working relationships with departments that are key partners </a:t>
          </a:r>
          <a:endParaRPr lang="en-US" sz="1400" kern="1200" dirty="0"/>
        </a:p>
      </dsp:txBody>
      <dsp:txXfrm>
        <a:off x="4704298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chemeClr val="bg1"/>
              </a:solidFill>
            </a:rPr>
            <a:t>Aim: Analysis of genes associated with FACT complex in Saccharomyces cerevisiae and its comparison with </a:t>
          </a:r>
          <a:r>
            <a:rPr lang="en-US" sz="1400" b="1" i="1" kern="1200" dirty="0">
              <a:solidFill>
                <a:schemeClr val="bg1"/>
              </a:solidFill>
            </a:rPr>
            <a:t>Homo sapiens, Mus musculus, and Musca domestica</a:t>
          </a:r>
          <a:endParaRPr lang="en-US" sz="1400" b="1" kern="1200" dirty="0">
            <a:solidFill>
              <a:schemeClr val="bg1"/>
            </a:solidFill>
          </a:endParaRPr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I’m passionate about learning more and utilizing my technical knowledge and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7/31/24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endParaRPr lang="en-US" dirty="0"/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7/31/24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b="1" dirty="0">
                <a:solidFill>
                  <a:schemeClr val="tx1"/>
                </a:solidFill>
              </a:rPr>
              <a:t>Project Manager</a:t>
            </a:r>
            <a:r>
              <a:rPr lang="en-US" sz="4600" dirty="0">
                <a:solidFill>
                  <a:schemeClr val="tx1"/>
                </a:solidFill>
              </a:rPr>
              <a:t>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 err="1">
                <a:solidFill>
                  <a:schemeClr val="tx1"/>
                </a:solidFill>
              </a:rPr>
              <a:t>Novogene</a:t>
            </a:r>
            <a:r>
              <a:rPr lang="en-US" sz="4600" dirty="0">
                <a:solidFill>
                  <a:schemeClr val="tx1"/>
                </a:solidFill>
              </a:rPr>
              <a:t> Corp.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3288" y="3811291"/>
            <a:ext cx="3239145" cy="1464241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07/31/2024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120281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8624001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1385305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21764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209652"/>
              </p:ext>
            </p:extLst>
          </p:nvPr>
        </p:nvGraphicFramePr>
        <p:xfrm>
          <a:off x="4097165" y="973667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Area of interest</a:t>
            </a:r>
            <a:r>
              <a:rPr lang="en-US" dirty="0"/>
              <a:t> ~ 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58C65-4320-F2FA-5AF8-BC9DC98FF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429000"/>
            <a:ext cx="8825659" cy="1358900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 more about the technical aspects of library prep and mRNA seq projects. 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lead on the overall management of project from start to finish.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720219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14500</TotalTime>
  <Words>976</Words>
  <Application>Microsoft Macintosh PowerPoint</Application>
  <PresentationFormat>Widescreen</PresentationFormat>
  <Paragraphs>94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Project Manager–   Novogene Corp. 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~ Project Manager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7</cp:revision>
  <cp:lastPrinted>2024-01-15T15:29:56Z</cp:lastPrinted>
  <dcterms:created xsi:type="dcterms:W3CDTF">2024-01-14T23:14:09Z</dcterms:created>
  <dcterms:modified xsi:type="dcterms:W3CDTF">2024-07-31T20:53:42Z</dcterms:modified>
</cp:coreProperties>
</file>