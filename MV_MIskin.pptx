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8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9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10" r:id="rId1"/>
  </p:sldMasterIdLst>
  <p:notesMasterIdLst>
    <p:notesMasterId r:id="rId12"/>
  </p:notesMasterIdLst>
  <p:sldIdLst>
    <p:sldId id="256" r:id="rId2"/>
    <p:sldId id="261" r:id="rId3"/>
    <p:sldId id="267" r:id="rId4"/>
    <p:sldId id="258" r:id="rId5"/>
    <p:sldId id="259" r:id="rId6"/>
    <p:sldId id="263" r:id="rId7"/>
    <p:sldId id="264" r:id="rId8"/>
    <p:sldId id="265" r:id="rId9"/>
    <p:sldId id="260" r:id="rId10"/>
    <p:sldId id="268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052"/>
    <p:restoredTop sz="76112"/>
  </p:normalViewPr>
  <p:slideViewPr>
    <p:cSldViewPr snapToGrid="0">
      <p:cViewPr varScale="1">
        <p:scale>
          <a:sx n="65" d="100"/>
          <a:sy n="65" d="100"/>
        </p:scale>
        <p:origin x="184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12.png"/><Relationship Id="rId7" Type="http://schemas.openxmlformats.org/officeDocument/2006/relationships/image" Target="../media/image24.png"/><Relationship Id="rId12" Type="http://schemas.openxmlformats.org/officeDocument/2006/relationships/image" Target="../media/image29.sv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3.sv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13.svg"/><Relationship Id="rId9" Type="http://schemas.openxmlformats.org/officeDocument/2006/relationships/image" Target="../media/image26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12.png"/><Relationship Id="rId7" Type="http://schemas.openxmlformats.org/officeDocument/2006/relationships/image" Target="../media/image24.png"/><Relationship Id="rId12" Type="http://schemas.openxmlformats.org/officeDocument/2006/relationships/image" Target="../media/image29.sv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3.sv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13.svg"/><Relationship Id="rId9" Type="http://schemas.openxmlformats.org/officeDocument/2006/relationships/image" Target="../media/image2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B5F69BF-9986-40FE-BEAF-8569AFEA4FE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2A155B5-DCA1-49E0-9B42-ED76E9127A52}">
      <dgm:prSet/>
      <dgm:spPr/>
      <dgm:t>
        <a:bodyPr/>
        <a:lstStyle/>
        <a:p>
          <a:r>
            <a:rPr lang="en-US" dirty="0"/>
            <a:t>I’m passionate about using project management and data analysis to contribute to advancements that make people’s lives easier.</a:t>
          </a:r>
        </a:p>
      </dgm:t>
    </dgm:pt>
    <dgm:pt modelId="{9E9F4CB1-57C0-4E4B-95A6-963F164B0FCB}" type="parTrans" cxnId="{9EE0DC8F-7E20-4CCF-A2DB-69F00CFFBED8}">
      <dgm:prSet/>
      <dgm:spPr/>
      <dgm:t>
        <a:bodyPr/>
        <a:lstStyle/>
        <a:p>
          <a:endParaRPr lang="en-US"/>
        </a:p>
      </dgm:t>
    </dgm:pt>
    <dgm:pt modelId="{3B557985-11F0-4069-BC3D-CC6E97D667CA}" type="sibTrans" cxnId="{9EE0DC8F-7E20-4CCF-A2DB-69F00CFFBED8}">
      <dgm:prSet/>
      <dgm:spPr/>
      <dgm:t>
        <a:bodyPr/>
        <a:lstStyle/>
        <a:p>
          <a:endParaRPr lang="en-US"/>
        </a:p>
      </dgm:t>
    </dgm:pt>
    <dgm:pt modelId="{3E65B22B-AEB2-4B9F-B0FA-33E6EF9D0AEB}">
      <dgm:prSet/>
      <dgm:spPr/>
      <dgm:t>
        <a:bodyPr/>
        <a:lstStyle/>
        <a:p>
          <a:r>
            <a:rPr lang="en-US"/>
            <a:t>I have four years of experience working in Biotech, including my time as a Graduate Research Assistant at Oakland University and as part of the project management team at Novogene.</a:t>
          </a:r>
        </a:p>
      </dgm:t>
    </dgm:pt>
    <dgm:pt modelId="{C252803A-28E7-487D-B9B8-739A49FEC37D}" type="parTrans" cxnId="{4E157042-E4EA-40D1-BCE0-98137A4DBB5C}">
      <dgm:prSet/>
      <dgm:spPr/>
      <dgm:t>
        <a:bodyPr/>
        <a:lstStyle/>
        <a:p>
          <a:endParaRPr lang="en-US"/>
        </a:p>
      </dgm:t>
    </dgm:pt>
    <dgm:pt modelId="{3539E0B8-67E5-4580-AED6-1FC57C3D1912}" type="sibTrans" cxnId="{4E157042-E4EA-40D1-BCE0-98137A4DBB5C}">
      <dgm:prSet/>
      <dgm:spPr/>
      <dgm:t>
        <a:bodyPr/>
        <a:lstStyle/>
        <a:p>
          <a:endParaRPr lang="en-US"/>
        </a:p>
      </dgm:t>
    </dgm:pt>
    <dgm:pt modelId="{B97B6D2D-B0C6-459C-81D8-D57E64C6CF2F}">
      <dgm:prSet/>
      <dgm:spPr/>
      <dgm:t>
        <a:bodyPr/>
        <a:lstStyle/>
        <a:p>
          <a:r>
            <a:rPr lang="en-US"/>
            <a:t>I grew up in New Delhi, India, and currently based out of Commerce, MI. I love spending time with my dog and am excited for the opportunity to meet with you and for being considered for this role!</a:t>
          </a:r>
        </a:p>
      </dgm:t>
    </dgm:pt>
    <dgm:pt modelId="{CE510FF1-1E4E-4A57-8613-B3CF838E5005}" type="parTrans" cxnId="{A69C4489-22C5-4FB0-A5EA-3708BD60CDB1}">
      <dgm:prSet/>
      <dgm:spPr/>
      <dgm:t>
        <a:bodyPr/>
        <a:lstStyle/>
        <a:p>
          <a:endParaRPr lang="en-US"/>
        </a:p>
      </dgm:t>
    </dgm:pt>
    <dgm:pt modelId="{3AD4A455-FA78-4E46-8BF7-24B6BB24C1FF}" type="sibTrans" cxnId="{A69C4489-22C5-4FB0-A5EA-3708BD60CDB1}">
      <dgm:prSet/>
      <dgm:spPr/>
      <dgm:t>
        <a:bodyPr/>
        <a:lstStyle/>
        <a:p>
          <a:endParaRPr lang="en-US"/>
        </a:p>
      </dgm:t>
    </dgm:pt>
    <dgm:pt modelId="{32708E89-08B3-4AF7-9318-8F46CAAA1050}" type="pres">
      <dgm:prSet presAssocID="{7B5F69BF-9986-40FE-BEAF-8569AFEA4FE2}" presName="root" presStyleCnt="0">
        <dgm:presLayoutVars>
          <dgm:dir/>
          <dgm:resizeHandles val="exact"/>
        </dgm:presLayoutVars>
      </dgm:prSet>
      <dgm:spPr/>
    </dgm:pt>
    <dgm:pt modelId="{BBAD116C-FCEB-4FBB-85B2-89E6248CFC58}" type="pres">
      <dgm:prSet presAssocID="{32A155B5-DCA1-49E0-9B42-ED76E9127A52}" presName="compNode" presStyleCnt="0"/>
      <dgm:spPr/>
    </dgm:pt>
    <dgm:pt modelId="{E12127DB-EF71-4C66-A6BD-4AC2ACA4E956}" type="pres">
      <dgm:prSet presAssocID="{32A155B5-DCA1-49E0-9B42-ED76E9127A52}" presName="bgRect" presStyleLbl="bgShp" presStyleIdx="0" presStyleCnt="3"/>
      <dgm:spPr/>
    </dgm:pt>
    <dgm:pt modelId="{12368F16-52AA-4393-AEEC-B3247F08D462}" type="pres">
      <dgm:prSet presAssocID="{32A155B5-DCA1-49E0-9B42-ED76E9127A5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E01112C7-85A0-41F3-A398-3D7F4EC8C0A1}" type="pres">
      <dgm:prSet presAssocID="{32A155B5-DCA1-49E0-9B42-ED76E9127A52}" presName="spaceRect" presStyleCnt="0"/>
      <dgm:spPr/>
    </dgm:pt>
    <dgm:pt modelId="{378778A5-75F1-4E58-95DC-A74D5818BC36}" type="pres">
      <dgm:prSet presAssocID="{32A155B5-DCA1-49E0-9B42-ED76E9127A52}" presName="parTx" presStyleLbl="revTx" presStyleIdx="0" presStyleCnt="3">
        <dgm:presLayoutVars>
          <dgm:chMax val="0"/>
          <dgm:chPref val="0"/>
        </dgm:presLayoutVars>
      </dgm:prSet>
      <dgm:spPr/>
    </dgm:pt>
    <dgm:pt modelId="{619BE93E-D21D-4A4D-B3FC-F97160F4C33B}" type="pres">
      <dgm:prSet presAssocID="{3B557985-11F0-4069-BC3D-CC6E97D667CA}" presName="sibTrans" presStyleCnt="0"/>
      <dgm:spPr/>
    </dgm:pt>
    <dgm:pt modelId="{B4D825C7-D368-4BB4-B185-1D778959AE5E}" type="pres">
      <dgm:prSet presAssocID="{3E65B22B-AEB2-4B9F-B0FA-33E6EF9D0AEB}" presName="compNode" presStyleCnt="0"/>
      <dgm:spPr/>
    </dgm:pt>
    <dgm:pt modelId="{45338BE4-E380-4122-B662-8206E89FBC36}" type="pres">
      <dgm:prSet presAssocID="{3E65B22B-AEB2-4B9F-B0FA-33E6EF9D0AEB}" presName="bgRect" presStyleLbl="bgShp" presStyleIdx="1" presStyleCnt="3"/>
      <dgm:spPr/>
    </dgm:pt>
    <dgm:pt modelId="{87E17885-FE91-4B2E-A6C0-A3B45E1312D7}" type="pres">
      <dgm:prSet presAssocID="{3E65B22B-AEB2-4B9F-B0FA-33E6EF9D0AE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8A246B3F-052D-40AA-81CF-0912A3435C16}" type="pres">
      <dgm:prSet presAssocID="{3E65B22B-AEB2-4B9F-B0FA-33E6EF9D0AEB}" presName="spaceRect" presStyleCnt="0"/>
      <dgm:spPr/>
    </dgm:pt>
    <dgm:pt modelId="{F6CD5F07-282F-4460-8B23-40949DC58BC1}" type="pres">
      <dgm:prSet presAssocID="{3E65B22B-AEB2-4B9F-B0FA-33E6EF9D0AEB}" presName="parTx" presStyleLbl="revTx" presStyleIdx="1" presStyleCnt="3">
        <dgm:presLayoutVars>
          <dgm:chMax val="0"/>
          <dgm:chPref val="0"/>
        </dgm:presLayoutVars>
      </dgm:prSet>
      <dgm:spPr/>
    </dgm:pt>
    <dgm:pt modelId="{42C538EA-F402-49EB-AE9C-9CA8550D595E}" type="pres">
      <dgm:prSet presAssocID="{3539E0B8-67E5-4580-AED6-1FC57C3D1912}" presName="sibTrans" presStyleCnt="0"/>
      <dgm:spPr/>
    </dgm:pt>
    <dgm:pt modelId="{A93D5824-95FA-4E5E-99A3-6998D92FDD88}" type="pres">
      <dgm:prSet presAssocID="{B97B6D2D-B0C6-459C-81D8-D57E64C6CF2F}" presName="compNode" presStyleCnt="0"/>
      <dgm:spPr/>
    </dgm:pt>
    <dgm:pt modelId="{2ED4DB6F-197A-4176-9280-BFCEAD2C0943}" type="pres">
      <dgm:prSet presAssocID="{B97B6D2D-B0C6-459C-81D8-D57E64C6CF2F}" presName="bgRect" presStyleLbl="bgShp" presStyleIdx="2" presStyleCnt="3"/>
      <dgm:spPr/>
    </dgm:pt>
    <dgm:pt modelId="{E4404FA5-7B1A-48EE-960B-96973E30DE1C}" type="pres">
      <dgm:prSet presAssocID="{B97B6D2D-B0C6-459C-81D8-D57E64C6CF2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k from home Wi-Fi outline"/>
        </a:ext>
      </dgm:extLst>
    </dgm:pt>
    <dgm:pt modelId="{09BAA66A-AB8E-4854-B1EB-D131FCE131FD}" type="pres">
      <dgm:prSet presAssocID="{B97B6D2D-B0C6-459C-81D8-D57E64C6CF2F}" presName="spaceRect" presStyleCnt="0"/>
      <dgm:spPr/>
    </dgm:pt>
    <dgm:pt modelId="{CA28DCE8-1D56-4673-9EB2-528C27FD4CAC}" type="pres">
      <dgm:prSet presAssocID="{B97B6D2D-B0C6-459C-81D8-D57E64C6CF2F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30FA3F41-2536-D943-836F-3F2660B5EC16}" type="presOf" srcId="{7B5F69BF-9986-40FE-BEAF-8569AFEA4FE2}" destId="{32708E89-08B3-4AF7-9318-8F46CAAA1050}" srcOrd="0" destOrd="0" presId="urn:microsoft.com/office/officeart/2018/2/layout/IconVerticalSolidList"/>
    <dgm:cxn modelId="{4E157042-E4EA-40D1-BCE0-98137A4DBB5C}" srcId="{7B5F69BF-9986-40FE-BEAF-8569AFEA4FE2}" destId="{3E65B22B-AEB2-4B9F-B0FA-33E6EF9D0AEB}" srcOrd="1" destOrd="0" parTransId="{C252803A-28E7-487D-B9B8-739A49FEC37D}" sibTransId="{3539E0B8-67E5-4580-AED6-1FC57C3D1912}"/>
    <dgm:cxn modelId="{1A87407F-FDDD-5640-B5F6-CD8CE53CBEF0}" type="presOf" srcId="{B97B6D2D-B0C6-459C-81D8-D57E64C6CF2F}" destId="{CA28DCE8-1D56-4673-9EB2-528C27FD4CAC}" srcOrd="0" destOrd="0" presId="urn:microsoft.com/office/officeart/2018/2/layout/IconVerticalSolidList"/>
    <dgm:cxn modelId="{A69C4489-22C5-4FB0-A5EA-3708BD60CDB1}" srcId="{7B5F69BF-9986-40FE-BEAF-8569AFEA4FE2}" destId="{B97B6D2D-B0C6-459C-81D8-D57E64C6CF2F}" srcOrd="2" destOrd="0" parTransId="{CE510FF1-1E4E-4A57-8613-B3CF838E5005}" sibTransId="{3AD4A455-FA78-4E46-8BF7-24B6BB24C1FF}"/>
    <dgm:cxn modelId="{9EE0DC8F-7E20-4CCF-A2DB-69F00CFFBED8}" srcId="{7B5F69BF-9986-40FE-BEAF-8569AFEA4FE2}" destId="{32A155B5-DCA1-49E0-9B42-ED76E9127A52}" srcOrd="0" destOrd="0" parTransId="{9E9F4CB1-57C0-4E4B-95A6-963F164B0FCB}" sibTransId="{3B557985-11F0-4069-BC3D-CC6E97D667CA}"/>
    <dgm:cxn modelId="{6732ACAE-8F5B-5D48-82D7-915352549207}" type="presOf" srcId="{32A155B5-DCA1-49E0-9B42-ED76E9127A52}" destId="{378778A5-75F1-4E58-95DC-A74D5818BC36}" srcOrd="0" destOrd="0" presId="urn:microsoft.com/office/officeart/2018/2/layout/IconVerticalSolidList"/>
    <dgm:cxn modelId="{0FDCCDB7-0C61-E44C-A8D5-E463B0C6C388}" type="presOf" srcId="{3E65B22B-AEB2-4B9F-B0FA-33E6EF9D0AEB}" destId="{F6CD5F07-282F-4460-8B23-40949DC58BC1}" srcOrd="0" destOrd="0" presId="urn:microsoft.com/office/officeart/2018/2/layout/IconVerticalSolidList"/>
    <dgm:cxn modelId="{9FCB7964-F6C4-9645-8846-918E52891AA5}" type="presParOf" srcId="{32708E89-08B3-4AF7-9318-8F46CAAA1050}" destId="{BBAD116C-FCEB-4FBB-85B2-89E6248CFC58}" srcOrd="0" destOrd="0" presId="urn:microsoft.com/office/officeart/2018/2/layout/IconVerticalSolidList"/>
    <dgm:cxn modelId="{142A5138-9EE9-ED42-88AD-1EBF7746AD43}" type="presParOf" srcId="{BBAD116C-FCEB-4FBB-85B2-89E6248CFC58}" destId="{E12127DB-EF71-4C66-A6BD-4AC2ACA4E956}" srcOrd="0" destOrd="0" presId="urn:microsoft.com/office/officeart/2018/2/layout/IconVerticalSolidList"/>
    <dgm:cxn modelId="{A4E49B07-9D72-2444-B560-B38D53E81F25}" type="presParOf" srcId="{BBAD116C-FCEB-4FBB-85B2-89E6248CFC58}" destId="{12368F16-52AA-4393-AEEC-B3247F08D462}" srcOrd="1" destOrd="0" presId="urn:microsoft.com/office/officeart/2018/2/layout/IconVerticalSolidList"/>
    <dgm:cxn modelId="{733E5A35-D427-454A-A4B4-E9C79EC342FC}" type="presParOf" srcId="{BBAD116C-FCEB-4FBB-85B2-89E6248CFC58}" destId="{E01112C7-85A0-41F3-A398-3D7F4EC8C0A1}" srcOrd="2" destOrd="0" presId="urn:microsoft.com/office/officeart/2018/2/layout/IconVerticalSolidList"/>
    <dgm:cxn modelId="{CC8B99D6-EFA6-904B-B478-9B44FC2311F2}" type="presParOf" srcId="{BBAD116C-FCEB-4FBB-85B2-89E6248CFC58}" destId="{378778A5-75F1-4E58-95DC-A74D5818BC36}" srcOrd="3" destOrd="0" presId="urn:microsoft.com/office/officeart/2018/2/layout/IconVerticalSolidList"/>
    <dgm:cxn modelId="{0730A7ED-5387-B148-B761-0824033D15E0}" type="presParOf" srcId="{32708E89-08B3-4AF7-9318-8F46CAAA1050}" destId="{619BE93E-D21D-4A4D-B3FC-F97160F4C33B}" srcOrd="1" destOrd="0" presId="urn:microsoft.com/office/officeart/2018/2/layout/IconVerticalSolidList"/>
    <dgm:cxn modelId="{0D034E09-C94B-9D40-B1F6-12C40F2F08D9}" type="presParOf" srcId="{32708E89-08B3-4AF7-9318-8F46CAAA1050}" destId="{B4D825C7-D368-4BB4-B185-1D778959AE5E}" srcOrd="2" destOrd="0" presId="urn:microsoft.com/office/officeart/2018/2/layout/IconVerticalSolidList"/>
    <dgm:cxn modelId="{B997B621-4CB6-A542-B14E-27064B2DE779}" type="presParOf" srcId="{B4D825C7-D368-4BB4-B185-1D778959AE5E}" destId="{45338BE4-E380-4122-B662-8206E89FBC36}" srcOrd="0" destOrd="0" presId="urn:microsoft.com/office/officeart/2018/2/layout/IconVerticalSolidList"/>
    <dgm:cxn modelId="{DFD3D605-0C90-644D-A916-5287B168B890}" type="presParOf" srcId="{B4D825C7-D368-4BB4-B185-1D778959AE5E}" destId="{87E17885-FE91-4B2E-A6C0-A3B45E1312D7}" srcOrd="1" destOrd="0" presId="urn:microsoft.com/office/officeart/2018/2/layout/IconVerticalSolidList"/>
    <dgm:cxn modelId="{B88F25AB-C27B-3245-8B8A-EFB7B36971AC}" type="presParOf" srcId="{B4D825C7-D368-4BB4-B185-1D778959AE5E}" destId="{8A246B3F-052D-40AA-81CF-0912A3435C16}" srcOrd="2" destOrd="0" presId="urn:microsoft.com/office/officeart/2018/2/layout/IconVerticalSolidList"/>
    <dgm:cxn modelId="{CB4710DA-2BBC-C844-B60F-E00346C0EB7E}" type="presParOf" srcId="{B4D825C7-D368-4BB4-B185-1D778959AE5E}" destId="{F6CD5F07-282F-4460-8B23-40949DC58BC1}" srcOrd="3" destOrd="0" presId="urn:microsoft.com/office/officeart/2018/2/layout/IconVerticalSolidList"/>
    <dgm:cxn modelId="{4591DE28-C9DC-984E-B1EA-251C42E20532}" type="presParOf" srcId="{32708E89-08B3-4AF7-9318-8F46CAAA1050}" destId="{42C538EA-F402-49EB-AE9C-9CA8550D595E}" srcOrd="3" destOrd="0" presId="urn:microsoft.com/office/officeart/2018/2/layout/IconVerticalSolidList"/>
    <dgm:cxn modelId="{6B148222-CCCA-E449-9FBB-201ECECD7323}" type="presParOf" srcId="{32708E89-08B3-4AF7-9318-8F46CAAA1050}" destId="{A93D5824-95FA-4E5E-99A3-6998D92FDD88}" srcOrd="4" destOrd="0" presId="urn:microsoft.com/office/officeart/2018/2/layout/IconVerticalSolidList"/>
    <dgm:cxn modelId="{7621B34C-FB02-AE4F-929F-2EEBFBC484B1}" type="presParOf" srcId="{A93D5824-95FA-4E5E-99A3-6998D92FDD88}" destId="{2ED4DB6F-197A-4176-9280-BFCEAD2C0943}" srcOrd="0" destOrd="0" presId="urn:microsoft.com/office/officeart/2018/2/layout/IconVerticalSolidList"/>
    <dgm:cxn modelId="{4FF1EA74-F2ED-E547-A090-2BDA0F428567}" type="presParOf" srcId="{A93D5824-95FA-4E5E-99A3-6998D92FDD88}" destId="{E4404FA5-7B1A-48EE-960B-96973E30DE1C}" srcOrd="1" destOrd="0" presId="urn:microsoft.com/office/officeart/2018/2/layout/IconVerticalSolidList"/>
    <dgm:cxn modelId="{954A15F3-B5FE-6145-8F82-90B486FDA895}" type="presParOf" srcId="{A93D5824-95FA-4E5E-99A3-6998D92FDD88}" destId="{09BAA66A-AB8E-4854-B1EB-D131FCE131FD}" srcOrd="2" destOrd="0" presId="urn:microsoft.com/office/officeart/2018/2/layout/IconVerticalSolidList"/>
    <dgm:cxn modelId="{775F1C37-69EF-F947-973E-71D407903CD5}" type="presParOf" srcId="{A93D5824-95FA-4E5E-99A3-6998D92FDD88}" destId="{CA28DCE8-1D56-4673-9EB2-528C27FD4CA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BB10D31-47D7-F647-B0E5-77C248B3C112}" type="doc">
      <dgm:prSet loTypeId="urn:microsoft.com/office/officeart/2005/8/layout/vList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CDD3565-69D9-124F-AA62-16DD2BCD4597}">
      <dgm:prSet phldrT="[Text]"/>
      <dgm:spPr/>
      <dgm:t>
        <a:bodyPr/>
        <a:lstStyle/>
        <a:p>
          <a:r>
            <a:rPr lang="en-US" dirty="0"/>
            <a:t>Project Management| NGS Research Project Coordinator</a:t>
          </a:r>
        </a:p>
      </dgm:t>
    </dgm:pt>
    <dgm:pt modelId="{06E18032-ECED-374C-851E-73944B623DE0}" type="parTrans" cxnId="{EC703FE3-0AF1-DF40-BB1B-08374CBF0488}">
      <dgm:prSet/>
      <dgm:spPr/>
      <dgm:t>
        <a:bodyPr/>
        <a:lstStyle/>
        <a:p>
          <a:endParaRPr lang="en-US"/>
        </a:p>
      </dgm:t>
    </dgm:pt>
    <dgm:pt modelId="{4CFDA119-BB2D-254D-9ED2-5D6C0C203A26}" type="sibTrans" cxnId="{EC703FE3-0AF1-DF40-BB1B-08374CBF0488}">
      <dgm:prSet/>
      <dgm:spPr/>
      <dgm:t>
        <a:bodyPr/>
        <a:lstStyle/>
        <a:p>
          <a:endParaRPr lang="en-US"/>
        </a:p>
      </dgm:t>
    </dgm:pt>
    <dgm:pt modelId="{92987EB5-1A87-1141-9804-536EC570407E}">
      <dgm:prSet phldrT="[Text]"/>
      <dgm:spPr/>
      <dgm:t>
        <a:bodyPr/>
        <a:lstStyle/>
        <a:p>
          <a:r>
            <a:rPr lang="en-US" dirty="0" err="1"/>
            <a:t>Novogene</a:t>
          </a:r>
          <a:r>
            <a:rPr lang="en-US" dirty="0"/>
            <a:t> Corp., </a:t>
          </a:r>
        </a:p>
      </dgm:t>
    </dgm:pt>
    <dgm:pt modelId="{922ED503-B326-0A47-AFCD-8C155CB76DE0}" type="parTrans" cxnId="{B2E4EBAE-04B1-514E-B26E-A9533507C620}">
      <dgm:prSet/>
      <dgm:spPr/>
      <dgm:t>
        <a:bodyPr/>
        <a:lstStyle/>
        <a:p>
          <a:endParaRPr lang="en-US"/>
        </a:p>
      </dgm:t>
    </dgm:pt>
    <dgm:pt modelId="{D62E5AF2-396B-FC41-A267-FAB33ABD8666}" type="sibTrans" cxnId="{B2E4EBAE-04B1-514E-B26E-A9533507C620}">
      <dgm:prSet/>
      <dgm:spPr/>
      <dgm:t>
        <a:bodyPr/>
        <a:lstStyle/>
        <a:p>
          <a:endParaRPr lang="en-US"/>
        </a:p>
      </dgm:t>
    </dgm:pt>
    <dgm:pt modelId="{1977C684-F753-7345-B105-3824AA6F7828}">
      <dgm:prSet phldrT="[Text]"/>
      <dgm:spPr/>
      <dgm:t>
        <a:bodyPr/>
        <a:lstStyle/>
        <a:p>
          <a:r>
            <a:rPr lang="en-US" dirty="0"/>
            <a:t>Graduate Research &amp; Teaching Assistant </a:t>
          </a:r>
        </a:p>
      </dgm:t>
    </dgm:pt>
    <dgm:pt modelId="{DE928A66-F88A-6149-A6DD-C6476F31E781}" type="parTrans" cxnId="{31741586-1DCB-1F4D-A488-860E400E37E0}">
      <dgm:prSet/>
      <dgm:spPr/>
      <dgm:t>
        <a:bodyPr/>
        <a:lstStyle/>
        <a:p>
          <a:endParaRPr lang="en-US"/>
        </a:p>
      </dgm:t>
    </dgm:pt>
    <dgm:pt modelId="{46F11659-4EB0-7945-BEE7-3656ACF8E262}" type="sibTrans" cxnId="{31741586-1DCB-1F4D-A488-860E400E37E0}">
      <dgm:prSet/>
      <dgm:spPr/>
      <dgm:t>
        <a:bodyPr/>
        <a:lstStyle/>
        <a:p>
          <a:endParaRPr lang="en-US"/>
        </a:p>
      </dgm:t>
    </dgm:pt>
    <dgm:pt modelId="{363436ED-0A5D-DA49-A972-8352A1E63164}">
      <dgm:prSet phldrT="[Text]"/>
      <dgm:spPr/>
      <dgm:t>
        <a:bodyPr/>
        <a:lstStyle/>
        <a:p>
          <a:r>
            <a:rPr lang="en-US" dirty="0"/>
            <a:t>Oakland University</a:t>
          </a:r>
        </a:p>
      </dgm:t>
    </dgm:pt>
    <dgm:pt modelId="{A01A8BFA-04C3-1946-8C72-E6DEA07025E0}" type="parTrans" cxnId="{E4BB3968-5CCF-7A45-914E-083F8A2D68C7}">
      <dgm:prSet/>
      <dgm:spPr/>
      <dgm:t>
        <a:bodyPr/>
        <a:lstStyle/>
        <a:p>
          <a:endParaRPr lang="en-US"/>
        </a:p>
      </dgm:t>
    </dgm:pt>
    <dgm:pt modelId="{4DE9C34E-517A-744B-9B91-29AB44ECD94A}" type="sibTrans" cxnId="{E4BB3968-5CCF-7A45-914E-083F8A2D68C7}">
      <dgm:prSet/>
      <dgm:spPr/>
      <dgm:t>
        <a:bodyPr/>
        <a:lstStyle/>
        <a:p>
          <a:endParaRPr lang="en-US"/>
        </a:p>
      </dgm:t>
    </dgm:pt>
    <dgm:pt modelId="{89BEB3C1-FF05-4E4E-BE39-8A5639E04D7A}">
      <dgm:prSet phldrT="[Text]"/>
      <dgm:spPr/>
      <dgm:t>
        <a:bodyPr/>
        <a:lstStyle/>
        <a:p>
          <a:r>
            <a:rPr lang="en-US" dirty="0"/>
            <a:t>2022- Present</a:t>
          </a:r>
        </a:p>
      </dgm:t>
    </dgm:pt>
    <dgm:pt modelId="{ED636987-4AFE-674F-AFB7-EF8B70843A11}" type="parTrans" cxnId="{B590A98A-E72A-CF45-A8C2-0C2A503723B7}">
      <dgm:prSet/>
      <dgm:spPr/>
      <dgm:t>
        <a:bodyPr/>
        <a:lstStyle/>
        <a:p>
          <a:endParaRPr lang="en-US"/>
        </a:p>
      </dgm:t>
    </dgm:pt>
    <dgm:pt modelId="{348272CF-F1AB-CE4D-9533-73677AF869F9}" type="sibTrans" cxnId="{B590A98A-E72A-CF45-A8C2-0C2A503723B7}">
      <dgm:prSet/>
      <dgm:spPr/>
      <dgm:t>
        <a:bodyPr/>
        <a:lstStyle/>
        <a:p>
          <a:endParaRPr lang="en-US"/>
        </a:p>
      </dgm:t>
    </dgm:pt>
    <dgm:pt modelId="{13677DCD-DEFD-8742-9CCA-DF1659CDF0FF}">
      <dgm:prSet phldrT="[Text]"/>
      <dgm:spPr/>
      <dgm:t>
        <a:bodyPr/>
        <a:lstStyle/>
        <a:p>
          <a:r>
            <a:rPr lang="en-US" dirty="0"/>
            <a:t>Commerce, MI (Remote)</a:t>
          </a:r>
        </a:p>
      </dgm:t>
    </dgm:pt>
    <dgm:pt modelId="{868D691E-7A54-3B43-82A9-67BFDEDAB8A0}" type="parTrans" cxnId="{9B8E1FEB-87E2-4748-8E16-B2744D6AA237}">
      <dgm:prSet/>
      <dgm:spPr/>
      <dgm:t>
        <a:bodyPr/>
        <a:lstStyle/>
        <a:p>
          <a:endParaRPr lang="en-US"/>
        </a:p>
      </dgm:t>
    </dgm:pt>
    <dgm:pt modelId="{0503F543-B91A-114A-B23E-19E110B0F034}" type="sibTrans" cxnId="{9B8E1FEB-87E2-4748-8E16-B2744D6AA237}">
      <dgm:prSet/>
      <dgm:spPr/>
      <dgm:t>
        <a:bodyPr/>
        <a:lstStyle/>
        <a:p>
          <a:endParaRPr lang="en-US"/>
        </a:p>
      </dgm:t>
    </dgm:pt>
    <dgm:pt modelId="{19251704-4DEA-AA45-88A8-E560C383C844}">
      <dgm:prSet phldrT="[Text]"/>
      <dgm:spPr/>
      <dgm:t>
        <a:bodyPr/>
        <a:lstStyle/>
        <a:p>
          <a:r>
            <a:rPr lang="en-US" dirty="0"/>
            <a:t>Auburn Hills, MI</a:t>
          </a:r>
        </a:p>
      </dgm:t>
    </dgm:pt>
    <dgm:pt modelId="{3CFB1558-0DC9-3D44-B703-090124A2A403}" type="parTrans" cxnId="{1D40A7ED-BD6E-C04B-AE29-90A3D319897C}">
      <dgm:prSet/>
      <dgm:spPr/>
      <dgm:t>
        <a:bodyPr/>
        <a:lstStyle/>
        <a:p>
          <a:endParaRPr lang="en-US"/>
        </a:p>
      </dgm:t>
    </dgm:pt>
    <dgm:pt modelId="{21A06ABF-5B34-D84F-973D-8657D6EF8E4B}" type="sibTrans" cxnId="{1D40A7ED-BD6E-C04B-AE29-90A3D319897C}">
      <dgm:prSet/>
      <dgm:spPr/>
      <dgm:t>
        <a:bodyPr/>
        <a:lstStyle/>
        <a:p>
          <a:endParaRPr lang="en-US"/>
        </a:p>
      </dgm:t>
    </dgm:pt>
    <dgm:pt modelId="{ACAE8299-C90C-E048-95B3-8A1053DA7FDF}">
      <dgm:prSet phldrT="[Text]"/>
      <dgm:spPr/>
      <dgm:t>
        <a:bodyPr/>
        <a:lstStyle/>
        <a:p>
          <a:r>
            <a:rPr lang="en-US" dirty="0"/>
            <a:t>2019-2021</a:t>
          </a:r>
        </a:p>
      </dgm:t>
    </dgm:pt>
    <dgm:pt modelId="{84FFA481-F3E2-114C-A275-88CBC7CC7873}" type="parTrans" cxnId="{54FB81CD-D575-6A47-B0C0-000CC6FDF039}">
      <dgm:prSet/>
      <dgm:spPr/>
      <dgm:t>
        <a:bodyPr/>
        <a:lstStyle/>
        <a:p>
          <a:endParaRPr lang="en-US"/>
        </a:p>
      </dgm:t>
    </dgm:pt>
    <dgm:pt modelId="{92D1D2DF-7331-2944-BFB5-4B278FD074D8}" type="sibTrans" cxnId="{54FB81CD-D575-6A47-B0C0-000CC6FDF039}">
      <dgm:prSet/>
      <dgm:spPr/>
      <dgm:t>
        <a:bodyPr/>
        <a:lstStyle/>
        <a:p>
          <a:endParaRPr lang="en-US"/>
        </a:p>
      </dgm:t>
    </dgm:pt>
    <dgm:pt modelId="{70E192A5-DB24-F645-8EC9-394017E5AE68}" type="pres">
      <dgm:prSet presAssocID="{FBB10D31-47D7-F647-B0E5-77C248B3C112}" presName="linear" presStyleCnt="0">
        <dgm:presLayoutVars>
          <dgm:animLvl val="lvl"/>
          <dgm:resizeHandles val="exact"/>
        </dgm:presLayoutVars>
      </dgm:prSet>
      <dgm:spPr/>
    </dgm:pt>
    <dgm:pt modelId="{7CC4CF48-BEE3-5949-BCD5-EAC8E3B4E675}" type="pres">
      <dgm:prSet presAssocID="{ECDD3565-69D9-124F-AA62-16DD2BCD459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93EC2AA-B19A-0543-B551-3B90447B251A}" type="pres">
      <dgm:prSet presAssocID="{ECDD3565-69D9-124F-AA62-16DD2BCD4597}" presName="childText" presStyleLbl="revTx" presStyleIdx="0" presStyleCnt="2">
        <dgm:presLayoutVars>
          <dgm:bulletEnabled val="1"/>
        </dgm:presLayoutVars>
      </dgm:prSet>
      <dgm:spPr/>
    </dgm:pt>
    <dgm:pt modelId="{60C79CD8-453A-304E-A4B4-F529FC69D731}" type="pres">
      <dgm:prSet presAssocID="{1977C684-F753-7345-B105-3824AA6F7828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B4C54A19-3536-1A4E-A1EA-C2771B313FD4}" type="pres">
      <dgm:prSet presAssocID="{1977C684-F753-7345-B105-3824AA6F7828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CCE0721D-4FFF-FD4C-9A0A-3A9F8DCAC953}" type="presOf" srcId="{ACAE8299-C90C-E048-95B3-8A1053DA7FDF}" destId="{B4C54A19-3536-1A4E-A1EA-C2771B313FD4}" srcOrd="0" destOrd="2" presId="urn:microsoft.com/office/officeart/2005/8/layout/vList2"/>
    <dgm:cxn modelId="{6A80E543-28BE-6944-818D-65D0755CA050}" type="presOf" srcId="{363436ED-0A5D-DA49-A972-8352A1E63164}" destId="{B4C54A19-3536-1A4E-A1EA-C2771B313FD4}" srcOrd="0" destOrd="0" presId="urn:microsoft.com/office/officeart/2005/8/layout/vList2"/>
    <dgm:cxn modelId="{67CB1044-A123-1B49-ACD7-05224C1B537D}" type="presOf" srcId="{13677DCD-DEFD-8742-9CCA-DF1659CDF0FF}" destId="{293EC2AA-B19A-0543-B551-3B90447B251A}" srcOrd="0" destOrd="1" presId="urn:microsoft.com/office/officeart/2005/8/layout/vList2"/>
    <dgm:cxn modelId="{C2C44C5C-0E88-294A-9DA3-A4529BD8E4A0}" type="presOf" srcId="{1977C684-F753-7345-B105-3824AA6F7828}" destId="{60C79CD8-453A-304E-A4B4-F529FC69D731}" srcOrd="0" destOrd="0" presId="urn:microsoft.com/office/officeart/2005/8/layout/vList2"/>
    <dgm:cxn modelId="{E4BB3968-5CCF-7A45-914E-083F8A2D68C7}" srcId="{1977C684-F753-7345-B105-3824AA6F7828}" destId="{363436ED-0A5D-DA49-A972-8352A1E63164}" srcOrd="0" destOrd="0" parTransId="{A01A8BFA-04C3-1946-8C72-E6DEA07025E0}" sibTransId="{4DE9C34E-517A-744B-9B91-29AB44ECD94A}"/>
    <dgm:cxn modelId="{54B22C82-2A91-314F-9D97-F85602D5B533}" type="presOf" srcId="{92987EB5-1A87-1141-9804-536EC570407E}" destId="{293EC2AA-B19A-0543-B551-3B90447B251A}" srcOrd="0" destOrd="0" presId="urn:microsoft.com/office/officeart/2005/8/layout/vList2"/>
    <dgm:cxn modelId="{31741586-1DCB-1F4D-A488-860E400E37E0}" srcId="{FBB10D31-47D7-F647-B0E5-77C248B3C112}" destId="{1977C684-F753-7345-B105-3824AA6F7828}" srcOrd="1" destOrd="0" parTransId="{DE928A66-F88A-6149-A6DD-C6476F31E781}" sibTransId="{46F11659-4EB0-7945-BEE7-3656ACF8E262}"/>
    <dgm:cxn modelId="{0813D989-C496-C74D-AF28-6AF6C54FFDDE}" type="presOf" srcId="{ECDD3565-69D9-124F-AA62-16DD2BCD4597}" destId="{7CC4CF48-BEE3-5949-BCD5-EAC8E3B4E675}" srcOrd="0" destOrd="0" presId="urn:microsoft.com/office/officeart/2005/8/layout/vList2"/>
    <dgm:cxn modelId="{B590A98A-E72A-CF45-A8C2-0C2A503723B7}" srcId="{ECDD3565-69D9-124F-AA62-16DD2BCD4597}" destId="{89BEB3C1-FF05-4E4E-BE39-8A5639E04D7A}" srcOrd="2" destOrd="0" parTransId="{ED636987-4AFE-674F-AFB7-EF8B70843A11}" sibTransId="{348272CF-F1AB-CE4D-9533-73677AF869F9}"/>
    <dgm:cxn modelId="{03A74F95-1D9B-FF4A-B516-E5A4D9F77717}" type="presOf" srcId="{19251704-4DEA-AA45-88A8-E560C383C844}" destId="{B4C54A19-3536-1A4E-A1EA-C2771B313FD4}" srcOrd="0" destOrd="1" presId="urn:microsoft.com/office/officeart/2005/8/layout/vList2"/>
    <dgm:cxn modelId="{309C77AA-CF00-6B4B-A325-C30F2AA1BFB6}" type="presOf" srcId="{FBB10D31-47D7-F647-B0E5-77C248B3C112}" destId="{70E192A5-DB24-F645-8EC9-394017E5AE68}" srcOrd="0" destOrd="0" presId="urn:microsoft.com/office/officeart/2005/8/layout/vList2"/>
    <dgm:cxn modelId="{B2E4EBAE-04B1-514E-B26E-A9533507C620}" srcId="{ECDD3565-69D9-124F-AA62-16DD2BCD4597}" destId="{92987EB5-1A87-1141-9804-536EC570407E}" srcOrd="0" destOrd="0" parTransId="{922ED503-B326-0A47-AFCD-8C155CB76DE0}" sibTransId="{D62E5AF2-396B-FC41-A267-FAB33ABD8666}"/>
    <dgm:cxn modelId="{54FB81CD-D575-6A47-B0C0-000CC6FDF039}" srcId="{1977C684-F753-7345-B105-3824AA6F7828}" destId="{ACAE8299-C90C-E048-95B3-8A1053DA7FDF}" srcOrd="2" destOrd="0" parTransId="{84FFA481-F3E2-114C-A275-88CBC7CC7873}" sibTransId="{92D1D2DF-7331-2944-BFB5-4B278FD074D8}"/>
    <dgm:cxn modelId="{D7F732D9-DDD3-A34B-8BB7-13F815622E82}" type="presOf" srcId="{89BEB3C1-FF05-4E4E-BE39-8A5639E04D7A}" destId="{293EC2AA-B19A-0543-B551-3B90447B251A}" srcOrd="0" destOrd="2" presId="urn:microsoft.com/office/officeart/2005/8/layout/vList2"/>
    <dgm:cxn modelId="{EC703FE3-0AF1-DF40-BB1B-08374CBF0488}" srcId="{FBB10D31-47D7-F647-B0E5-77C248B3C112}" destId="{ECDD3565-69D9-124F-AA62-16DD2BCD4597}" srcOrd="0" destOrd="0" parTransId="{06E18032-ECED-374C-851E-73944B623DE0}" sibTransId="{4CFDA119-BB2D-254D-9ED2-5D6C0C203A26}"/>
    <dgm:cxn modelId="{9B8E1FEB-87E2-4748-8E16-B2744D6AA237}" srcId="{ECDD3565-69D9-124F-AA62-16DD2BCD4597}" destId="{13677DCD-DEFD-8742-9CCA-DF1659CDF0FF}" srcOrd="1" destOrd="0" parTransId="{868D691E-7A54-3B43-82A9-67BFDEDAB8A0}" sibTransId="{0503F543-B91A-114A-B23E-19E110B0F034}"/>
    <dgm:cxn modelId="{1D40A7ED-BD6E-C04B-AE29-90A3D319897C}" srcId="{1977C684-F753-7345-B105-3824AA6F7828}" destId="{19251704-4DEA-AA45-88A8-E560C383C844}" srcOrd="1" destOrd="0" parTransId="{3CFB1558-0DC9-3D44-B703-090124A2A403}" sibTransId="{21A06ABF-5B34-D84F-973D-8657D6EF8E4B}"/>
    <dgm:cxn modelId="{00136BA7-44C9-5343-B270-9D6A19D8C17B}" type="presParOf" srcId="{70E192A5-DB24-F645-8EC9-394017E5AE68}" destId="{7CC4CF48-BEE3-5949-BCD5-EAC8E3B4E675}" srcOrd="0" destOrd="0" presId="urn:microsoft.com/office/officeart/2005/8/layout/vList2"/>
    <dgm:cxn modelId="{01755AD8-F8F1-D94A-A7A5-C32333F016F1}" type="presParOf" srcId="{70E192A5-DB24-F645-8EC9-394017E5AE68}" destId="{293EC2AA-B19A-0543-B551-3B90447B251A}" srcOrd="1" destOrd="0" presId="urn:microsoft.com/office/officeart/2005/8/layout/vList2"/>
    <dgm:cxn modelId="{AA2374D2-38C8-1542-BAFB-DF9B8E499055}" type="presParOf" srcId="{70E192A5-DB24-F645-8EC9-394017E5AE68}" destId="{60C79CD8-453A-304E-A4B4-F529FC69D731}" srcOrd="2" destOrd="0" presId="urn:microsoft.com/office/officeart/2005/8/layout/vList2"/>
    <dgm:cxn modelId="{6793ACB4-7841-804F-AE86-F4716D079C87}" type="presParOf" srcId="{70E192A5-DB24-F645-8EC9-394017E5AE68}" destId="{B4C54A19-3536-1A4E-A1EA-C2771B313FD4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BB10D31-47D7-F647-B0E5-77C248B3C112}" type="doc">
      <dgm:prSet loTypeId="urn:microsoft.com/office/officeart/2005/8/layout/vList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977C684-F753-7345-B105-3824AA6F7828}">
      <dgm:prSet phldrT="[Text]"/>
      <dgm:spPr/>
      <dgm:t>
        <a:bodyPr/>
        <a:lstStyle/>
        <a:p>
          <a:r>
            <a:rPr lang="en-US" dirty="0"/>
            <a:t>Master of Science</a:t>
          </a:r>
        </a:p>
      </dgm:t>
    </dgm:pt>
    <dgm:pt modelId="{DE928A66-F88A-6149-A6DD-C6476F31E781}" type="parTrans" cxnId="{31741586-1DCB-1F4D-A488-860E400E37E0}">
      <dgm:prSet/>
      <dgm:spPr/>
      <dgm:t>
        <a:bodyPr/>
        <a:lstStyle/>
        <a:p>
          <a:endParaRPr lang="en-US"/>
        </a:p>
      </dgm:t>
    </dgm:pt>
    <dgm:pt modelId="{46F11659-4EB0-7945-BEE7-3656ACF8E262}" type="sibTrans" cxnId="{31741586-1DCB-1F4D-A488-860E400E37E0}">
      <dgm:prSet/>
      <dgm:spPr/>
      <dgm:t>
        <a:bodyPr/>
        <a:lstStyle/>
        <a:p>
          <a:endParaRPr lang="en-US"/>
        </a:p>
      </dgm:t>
    </dgm:pt>
    <dgm:pt modelId="{89BEB3C1-FF05-4E4E-BE39-8A5639E04D7A}">
      <dgm:prSet phldrT="[Text]"/>
      <dgm:spPr/>
      <dgm:t>
        <a:bodyPr/>
        <a:lstStyle/>
        <a:p>
          <a:r>
            <a:rPr lang="en-US" dirty="0"/>
            <a:t>Present</a:t>
          </a:r>
        </a:p>
      </dgm:t>
    </dgm:pt>
    <dgm:pt modelId="{ED636987-4AFE-674F-AFB7-EF8B70843A11}" type="parTrans" cxnId="{B590A98A-E72A-CF45-A8C2-0C2A503723B7}">
      <dgm:prSet/>
      <dgm:spPr/>
      <dgm:t>
        <a:bodyPr/>
        <a:lstStyle/>
        <a:p>
          <a:endParaRPr lang="en-US"/>
        </a:p>
      </dgm:t>
    </dgm:pt>
    <dgm:pt modelId="{348272CF-F1AB-CE4D-9533-73677AF869F9}" type="sibTrans" cxnId="{B590A98A-E72A-CF45-A8C2-0C2A503723B7}">
      <dgm:prSet/>
      <dgm:spPr/>
      <dgm:t>
        <a:bodyPr/>
        <a:lstStyle/>
        <a:p>
          <a:endParaRPr lang="en-US"/>
        </a:p>
      </dgm:t>
    </dgm:pt>
    <dgm:pt modelId="{13677DCD-DEFD-8742-9CCA-DF1659CDF0FF}">
      <dgm:prSet phldrT="[Text]"/>
      <dgm:spPr/>
      <dgm:t>
        <a:bodyPr/>
        <a:lstStyle/>
        <a:p>
          <a:r>
            <a:rPr lang="en-US" dirty="0"/>
            <a:t>Oakland Community College</a:t>
          </a:r>
        </a:p>
      </dgm:t>
    </dgm:pt>
    <dgm:pt modelId="{868D691E-7A54-3B43-82A9-67BFDEDAB8A0}" type="parTrans" cxnId="{9B8E1FEB-87E2-4748-8E16-B2744D6AA237}">
      <dgm:prSet/>
      <dgm:spPr/>
      <dgm:t>
        <a:bodyPr/>
        <a:lstStyle/>
        <a:p>
          <a:endParaRPr lang="en-US"/>
        </a:p>
      </dgm:t>
    </dgm:pt>
    <dgm:pt modelId="{0503F543-B91A-114A-B23E-19E110B0F034}" type="sibTrans" cxnId="{9B8E1FEB-87E2-4748-8E16-B2744D6AA237}">
      <dgm:prSet/>
      <dgm:spPr/>
      <dgm:t>
        <a:bodyPr/>
        <a:lstStyle/>
        <a:p>
          <a:endParaRPr lang="en-US"/>
        </a:p>
      </dgm:t>
    </dgm:pt>
    <dgm:pt modelId="{19251704-4DEA-AA45-88A8-E560C383C844}">
      <dgm:prSet phldrT="[Text]"/>
      <dgm:spPr/>
      <dgm:t>
        <a:bodyPr/>
        <a:lstStyle/>
        <a:p>
          <a:r>
            <a:rPr lang="en-US" dirty="0"/>
            <a:t>Biotechnology</a:t>
          </a:r>
        </a:p>
      </dgm:t>
    </dgm:pt>
    <dgm:pt modelId="{3CFB1558-0DC9-3D44-B703-090124A2A403}" type="parTrans" cxnId="{1D40A7ED-BD6E-C04B-AE29-90A3D319897C}">
      <dgm:prSet/>
      <dgm:spPr/>
      <dgm:t>
        <a:bodyPr/>
        <a:lstStyle/>
        <a:p>
          <a:endParaRPr lang="en-US"/>
        </a:p>
      </dgm:t>
    </dgm:pt>
    <dgm:pt modelId="{21A06ABF-5B34-D84F-973D-8657D6EF8E4B}" type="sibTrans" cxnId="{1D40A7ED-BD6E-C04B-AE29-90A3D319897C}">
      <dgm:prSet/>
      <dgm:spPr/>
      <dgm:t>
        <a:bodyPr/>
        <a:lstStyle/>
        <a:p>
          <a:endParaRPr lang="en-US"/>
        </a:p>
      </dgm:t>
    </dgm:pt>
    <dgm:pt modelId="{ACAE8299-C90C-E048-95B3-8A1053DA7FDF}">
      <dgm:prSet phldrT="[Text]"/>
      <dgm:spPr/>
      <dgm:t>
        <a:bodyPr/>
        <a:lstStyle/>
        <a:p>
          <a:r>
            <a:rPr lang="en-US" dirty="0"/>
            <a:t>2015-2019</a:t>
          </a:r>
        </a:p>
      </dgm:t>
    </dgm:pt>
    <dgm:pt modelId="{84FFA481-F3E2-114C-A275-88CBC7CC7873}" type="parTrans" cxnId="{54FB81CD-D575-6A47-B0C0-000CC6FDF039}">
      <dgm:prSet/>
      <dgm:spPr/>
      <dgm:t>
        <a:bodyPr/>
        <a:lstStyle/>
        <a:p>
          <a:endParaRPr lang="en-US"/>
        </a:p>
      </dgm:t>
    </dgm:pt>
    <dgm:pt modelId="{92D1D2DF-7331-2944-BFB5-4B278FD074D8}" type="sibTrans" cxnId="{54FB81CD-D575-6A47-B0C0-000CC6FDF039}">
      <dgm:prSet/>
      <dgm:spPr/>
      <dgm:t>
        <a:bodyPr/>
        <a:lstStyle/>
        <a:p>
          <a:endParaRPr lang="en-US"/>
        </a:p>
      </dgm:t>
    </dgm:pt>
    <dgm:pt modelId="{ECDD3565-69D9-124F-AA62-16DD2BCD4597}">
      <dgm:prSet phldrT="[Text]"/>
      <dgm:spPr/>
      <dgm:t>
        <a:bodyPr/>
        <a:lstStyle/>
        <a:p>
          <a:r>
            <a:rPr lang="en-US" dirty="0"/>
            <a:t>Certificate of Information Science</a:t>
          </a:r>
        </a:p>
      </dgm:t>
    </dgm:pt>
    <dgm:pt modelId="{4CFDA119-BB2D-254D-9ED2-5D6C0C203A26}" type="sibTrans" cxnId="{EC703FE3-0AF1-DF40-BB1B-08374CBF0488}">
      <dgm:prSet/>
      <dgm:spPr/>
      <dgm:t>
        <a:bodyPr/>
        <a:lstStyle/>
        <a:p>
          <a:endParaRPr lang="en-US"/>
        </a:p>
      </dgm:t>
    </dgm:pt>
    <dgm:pt modelId="{06E18032-ECED-374C-851E-73944B623DE0}" type="parTrans" cxnId="{EC703FE3-0AF1-DF40-BB1B-08374CBF0488}">
      <dgm:prSet/>
      <dgm:spPr/>
      <dgm:t>
        <a:bodyPr/>
        <a:lstStyle/>
        <a:p>
          <a:endParaRPr lang="en-US"/>
        </a:p>
      </dgm:t>
    </dgm:pt>
    <dgm:pt modelId="{DCA0867B-BCAB-4B42-881B-DD83D635B43F}">
      <dgm:prSet phldrT="[Text]"/>
      <dgm:spPr/>
      <dgm:t>
        <a:bodyPr/>
        <a:lstStyle/>
        <a:p>
          <a:r>
            <a:rPr lang="en-US" dirty="0"/>
            <a:t>Bachelor of Technology</a:t>
          </a:r>
        </a:p>
      </dgm:t>
    </dgm:pt>
    <dgm:pt modelId="{641F7113-061F-4444-A1B5-F9D927F669E4}" type="parTrans" cxnId="{D7C7F3A0-70A0-8B49-9C37-441A982DE202}">
      <dgm:prSet/>
      <dgm:spPr/>
      <dgm:t>
        <a:bodyPr/>
        <a:lstStyle/>
        <a:p>
          <a:endParaRPr lang="en-US"/>
        </a:p>
      </dgm:t>
    </dgm:pt>
    <dgm:pt modelId="{888D6299-6FB7-6F4A-A635-5A212C28CDD7}" type="sibTrans" cxnId="{D7C7F3A0-70A0-8B49-9C37-441A982DE202}">
      <dgm:prSet/>
      <dgm:spPr/>
      <dgm:t>
        <a:bodyPr/>
        <a:lstStyle/>
        <a:p>
          <a:endParaRPr lang="en-US"/>
        </a:p>
      </dgm:t>
    </dgm:pt>
    <dgm:pt modelId="{4FC7EE0F-9C31-924D-B192-B6F8A0AE8BDA}">
      <dgm:prSet phldrT="[Text]"/>
      <dgm:spPr/>
      <dgm:t>
        <a:bodyPr/>
        <a:lstStyle/>
        <a:p>
          <a:r>
            <a:rPr lang="en-US" dirty="0"/>
            <a:t>JIIT, Noida, India, </a:t>
          </a:r>
        </a:p>
      </dgm:t>
    </dgm:pt>
    <dgm:pt modelId="{A3BE3A08-D880-DD49-894D-3E17D4BB0E59}" type="parTrans" cxnId="{125F5461-4126-D143-A3DC-A72BF93AA618}">
      <dgm:prSet/>
      <dgm:spPr/>
      <dgm:t>
        <a:bodyPr/>
        <a:lstStyle/>
        <a:p>
          <a:endParaRPr lang="en-US"/>
        </a:p>
      </dgm:t>
    </dgm:pt>
    <dgm:pt modelId="{826A7BAD-5583-4F4F-AAE8-4B93679C8FBE}" type="sibTrans" cxnId="{125F5461-4126-D143-A3DC-A72BF93AA618}">
      <dgm:prSet/>
      <dgm:spPr/>
      <dgm:t>
        <a:bodyPr/>
        <a:lstStyle/>
        <a:p>
          <a:endParaRPr lang="en-US"/>
        </a:p>
      </dgm:t>
    </dgm:pt>
    <dgm:pt modelId="{83BE4C8F-3A1B-DB42-BCDE-C00DA4A645E2}">
      <dgm:prSet phldrT="[Text]"/>
      <dgm:spPr/>
      <dgm:t>
        <a:bodyPr/>
        <a:lstStyle/>
        <a:p>
          <a:r>
            <a:rPr lang="en-US" dirty="0"/>
            <a:t>Oakland University</a:t>
          </a:r>
        </a:p>
      </dgm:t>
    </dgm:pt>
    <dgm:pt modelId="{24012275-615D-C648-8AC4-563BE6AE4048}" type="parTrans" cxnId="{97482856-03F3-284E-A1F3-F930ABBC1961}">
      <dgm:prSet/>
      <dgm:spPr/>
      <dgm:t>
        <a:bodyPr/>
        <a:lstStyle/>
        <a:p>
          <a:endParaRPr lang="en-US"/>
        </a:p>
      </dgm:t>
    </dgm:pt>
    <dgm:pt modelId="{ADA8CAA6-D072-584D-B48E-BC4151C2C6B9}" type="sibTrans" cxnId="{97482856-03F3-284E-A1F3-F930ABBC1961}">
      <dgm:prSet/>
      <dgm:spPr/>
      <dgm:t>
        <a:bodyPr/>
        <a:lstStyle/>
        <a:p>
          <a:endParaRPr lang="en-US"/>
        </a:p>
      </dgm:t>
    </dgm:pt>
    <dgm:pt modelId="{6BAC7BEA-150D-6A40-BDAF-B2CD0502CBA5}">
      <dgm:prSet phldrT="[Text]"/>
      <dgm:spPr/>
      <dgm:t>
        <a:bodyPr/>
        <a:lstStyle/>
        <a:p>
          <a:r>
            <a:rPr lang="en-US" dirty="0"/>
            <a:t>2019-2021</a:t>
          </a:r>
        </a:p>
      </dgm:t>
    </dgm:pt>
    <dgm:pt modelId="{988FF4BB-8700-DB48-A3EE-56BF8A2854E5}" type="parTrans" cxnId="{CD89841B-10ED-A748-98F1-75EBFBC38B7E}">
      <dgm:prSet/>
      <dgm:spPr/>
      <dgm:t>
        <a:bodyPr/>
        <a:lstStyle/>
        <a:p>
          <a:endParaRPr lang="en-US"/>
        </a:p>
      </dgm:t>
    </dgm:pt>
    <dgm:pt modelId="{23EA073A-BF9A-894E-B09C-7DE1AF964AD9}" type="sibTrans" cxnId="{CD89841B-10ED-A748-98F1-75EBFBC38B7E}">
      <dgm:prSet/>
      <dgm:spPr/>
      <dgm:t>
        <a:bodyPr/>
        <a:lstStyle/>
        <a:p>
          <a:endParaRPr lang="en-US"/>
        </a:p>
      </dgm:t>
    </dgm:pt>
    <dgm:pt modelId="{5FD5944B-C598-4D42-8619-79A27AB40D7F}">
      <dgm:prSet phldrT="[Text]"/>
      <dgm:spPr/>
      <dgm:t>
        <a:bodyPr/>
        <a:lstStyle/>
        <a:p>
          <a:r>
            <a:rPr lang="en-US" dirty="0"/>
            <a:t>Biology</a:t>
          </a:r>
        </a:p>
      </dgm:t>
    </dgm:pt>
    <dgm:pt modelId="{CA5EC595-2C17-2D4B-A81E-CFAACA3B86F0}" type="parTrans" cxnId="{152D1C5B-9BF4-5944-9595-FDC18E3F715B}">
      <dgm:prSet/>
      <dgm:spPr/>
      <dgm:t>
        <a:bodyPr/>
        <a:lstStyle/>
        <a:p>
          <a:endParaRPr lang="en-US"/>
        </a:p>
      </dgm:t>
    </dgm:pt>
    <dgm:pt modelId="{D98BB571-831F-DD4B-BDEA-957105BF3306}" type="sibTrans" cxnId="{152D1C5B-9BF4-5944-9595-FDC18E3F715B}">
      <dgm:prSet/>
      <dgm:spPr/>
      <dgm:t>
        <a:bodyPr/>
        <a:lstStyle/>
        <a:p>
          <a:endParaRPr lang="en-US"/>
        </a:p>
      </dgm:t>
    </dgm:pt>
    <dgm:pt modelId="{BA0325C2-D17C-1645-A7FC-F7D231F79746}">
      <dgm:prSet phldrT="[Text]"/>
      <dgm:spPr/>
      <dgm:t>
        <a:bodyPr/>
        <a:lstStyle/>
        <a:p>
          <a:r>
            <a:rPr lang="en-US" dirty="0"/>
            <a:t>Data Science</a:t>
          </a:r>
        </a:p>
      </dgm:t>
    </dgm:pt>
    <dgm:pt modelId="{0B64B9CC-4061-A54B-A048-362BF69B7270}" type="parTrans" cxnId="{B91A50DC-B3B9-094B-9255-411BD8A9C2F0}">
      <dgm:prSet/>
      <dgm:spPr/>
    </dgm:pt>
    <dgm:pt modelId="{5A1A3D4E-52AD-6E49-BD84-340577EE7A30}" type="sibTrans" cxnId="{B91A50DC-B3B9-094B-9255-411BD8A9C2F0}">
      <dgm:prSet/>
      <dgm:spPr/>
    </dgm:pt>
    <dgm:pt modelId="{70E192A5-DB24-F645-8EC9-394017E5AE68}" type="pres">
      <dgm:prSet presAssocID="{FBB10D31-47D7-F647-B0E5-77C248B3C112}" presName="linear" presStyleCnt="0">
        <dgm:presLayoutVars>
          <dgm:animLvl val="lvl"/>
          <dgm:resizeHandles val="exact"/>
        </dgm:presLayoutVars>
      </dgm:prSet>
      <dgm:spPr/>
    </dgm:pt>
    <dgm:pt modelId="{7CC4CF48-BEE3-5949-BCD5-EAC8E3B4E675}" type="pres">
      <dgm:prSet presAssocID="{ECDD3565-69D9-124F-AA62-16DD2BCD4597}" presName="parentText" presStyleLbl="node1" presStyleIdx="0" presStyleCnt="3" custLinFactNeighborX="51645" custLinFactNeighborY="-5671">
        <dgm:presLayoutVars>
          <dgm:chMax val="0"/>
          <dgm:bulletEnabled val="1"/>
        </dgm:presLayoutVars>
      </dgm:prSet>
      <dgm:spPr/>
    </dgm:pt>
    <dgm:pt modelId="{293EC2AA-B19A-0543-B551-3B90447B251A}" type="pres">
      <dgm:prSet presAssocID="{ECDD3565-69D9-124F-AA62-16DD2BCD4597}" presName="childText" presStyleLbl="revTx" presStyleIdx="0" presStyleCnt="3">
        <dgm:presLayoutVars>
          <dgm:bulletEnabled val="1"/>
        </dgm:presLayoutVars>
      </dgm:prSet>
      <dgm:spPr/>
    </dgm:pt>
    <dgm:pt modelId="{60C79CD8-453A-304E-A4B4-F529FC69D731}" type="pres">
      <dgm:prSet presAssocID="{1977C684-F753-7345-B105-3824AA6F782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4C54A19-3536-1A4E-A1EA-C2771B313FD4}" type="pres">
      <dgm:prSet presAssocID="{1977C684-F753-7345-B105-3824AA6F7828}" presName="childText" presStyleLbl="revTx" presStyleIdx="1" presStyleCnt="3">
        <dgm:presLayoutVars>
          <dgm:bulletEnabled val="1"/>
        </dgm:presLayoutVars>
      </dgm:prSet>
      <dgm:spPr/>
    </dgm:pt>
    <dgm:pt modelId="{4C695A41-D314-CD43-9C52-F67E38984D60}" type="pres">
      <dgm:prSet presAssocID="{DCA0867B-BCAB-4B42-881B-DD83D635B43F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E6BFB32E-099A-8F4F-B6FC-F3383D40F5EB}" type="pres">
      <dgm:prSet presAssocID="{DCA0867B-BCAB-4B42-881B-DD83D635B43F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CD89841B-10ED-A748-98F1-75EBFBC38B7E}" srcId="{1977C684-F753-7345-B105-3824AA6F7828}" destId="{6BAC7BEA-150D-6A40-BDAF-B2CD0502CBA5}" srcOrd="2" destOrd="0" parTransId="{988FF4BB-8700-DB48-A3EE-56BF8A2854E5}" sibTransId="{23EA073A-BF9A-894E-B09C-7DE1AF964AD9}"/>
    <dgm:cxn modelId="{67CB1044-A123-1B49-ACD7-05224C1B537D}" type="presOf" srcId="{13677DCD-DEFD-8742-9CCA-DF1659CDF0FF}" destId="{293EC2AA-B19A-0543-B551-3B90447B251A}" srcOrd="0" destOrd="1" presId="urn:microsoft.com/office/officeart/2005/8/layout/vList2"/>
    <dgm:cxn modelId="{450E784D-5A3F-B743-8E39-14EA86F3BD10}" type="presOf" srcId="{DCA0867B-BCAB-4B42-881B-DD83D635B43F}" destId="{4C695A41-D314-CD43-9C52-F67E38984D60}" srcOrd="0" destOrd="0" presId="urn:microsoft.com/office/officeart/2005/8/layout/vList2"/>
    <dgm:cxn modelId="{97482856-03F3-284E-A1F3-F930ABBC1961}" srcId="{1977C684-F753-7345-B105-3824AA6F7828}" destId="{83BE4C8F-3A1B-DB42-BCDE-C00DA4A645E2}" srcOrd="1" destOrd="0" parTransId="{24012275-615D-C648-8AC4-563BE6AE4048}" sibTransId="{ADA8CAA6-D072-584D-B48E-BC4151C2C6B9}"/>
    <dgm:cxn modelId="{152D1C5B-9BF4-5944-9595-FDC18E3F715B}" srcId="{1977C684-F753-7345-B105-3824AA6F7828}" destId="{5FD5944B-C598-4D42-8619-79A27AB40D7F}" srcOrd="0" destOrd="0" parTransId="{CA5EC595-2C17-2D4B-A81E-CFAACA3B86F0}" sibTransId="{D98BB571-831F-DD4B-BDEA-957105BF3306}"/>
    <dgm:cxn modelId="{C2C44C5C-0E88-294A-9DA3-A4529BD8E4A0}" type="presOf" srcId="{1977C684-F753-7345-B105-3824AA6F7828}" destId="{60C79CD8-453A-304E-A4B4-F529FC69D731}" srcOrd="0" destOrd="0" presId="urn:microsoft.com/office/officeart/2005/8/layout/vList2"/>
    <dgm:cxn modelId="{125F5461-4126-D143-A3DC-A72BF93AA618}" srcId="{DCA0867B-BCAB-4B42-881B-DD83D635B43F}" destId="{4FC7EE0F-9C31-924D-B192-B6F8A0AE8BDA}" srcOrd="1" destOrd="0" parTransId="{A3BE3A08-D880-DD49-894D-3E17D4BB0E59}" sibTransId="{826A7BAD-5583-4F4F-AAE8-4B93679C8FBE}"/>
    <dgm:cxn modelId="{9E82BF69-ECE0-FA47-9970-56B6C72C150F}" type="presOf" srcId="{BA0325C2-D17C-1645-A7FC-F7D231F79746}" destId="{293EC2AA-B19A-0543-B551-3B90447B251A}" srcOrd="0" destOrd="0" presId="urn:microsoft.com/office/officeart/2005/8/layout/vList2"/>
    <dgm:cxn modelId="{A13B6C7C-55E2-A948-AA3E-F0CAB0F0F11D}" type="presOf" srcId="{5FD5944B-C598-4D42-8619-79A27AB40D7F}" destId="{B4C54A19-3536-1A4E-A1EA-C2771B313FD4}" srcOrd="0" destOrd="0" presId="urn:microsoft.com/office/officeart/2005/8/layout/vList2"/>
    <dgm:cxn modelId="{31741586-1DCB-1F4D-A488-860E400E37E0}" srcId="{FBB10D31-47D7-F647-B0E5-77C248B3C112}" destId="{1977C684-F753-7345-B105-3824AA6F7828}" srcOrd="1" destOrd="0" parTransId="{DE928A66-F88A-6149-A6DD-C6476F31E781}" sibTransId="{46F11659-4EB0-7945-BEE7-3656ACF8E262}"/>
    <dgm:cxn modelId="{0813D989-C496-C74D-AF28-6AF6C54FFDDE}" type="presOf" srcId="{ECDD3565-69D9-124F-AA62-16DD2BCD4597}" destId="{7CC4CF48-BEE3-5949-BCD5-EAC8E3B4E675}" srcOrd="0" destOrd="0" presId="urn:microsoft.com/office/officeart/2005/8/layout/vList2"/>
    <dgm:cxn modelId="{B590A98A-E72A-CF45-A8C2-0C2A503723B7}" srcId="{ECDD3565-69D9-124F-AA62-16DD2BCD4597}" destId="{89BEB3C1-FF05-4E4E-BE39-8A5639E04D7A}" srcOrd="2" destOrd="0" parTransId="{ED636987-4AFE-674F-AFB7-EF8B70843A11}" sibTransId="{348272CF-F1AB-CE4D-9533-73677AF869F9}"/>
    <dgm:cxn modelId="{F7346E8C-BBCE-A342-ABC4-DFDB04C6025D}" type="presOf" srcId="{19251704-4DEA-AA45-88A8-E560C383C844}" destId="{E6BFB32E-099A-8F4F-B6FC-F3383D40F5EB}" srcOrd="0" destOrd="0" presId="urn:microsoft.com/office/officeart/2005/8/layout/vList2"/>
    <dgm:cxn modelId="{D7C7F3A0-70A0-8B49-9C37-441A982DE202}" srcId="{FBB10D31-47D7-F647-B0E5-77C248B3C112}" destId="{DCA0867B-BCAB-4B42-881B-DD83D635B43F}" srcOrd="2" destOrd="0" parTransId="{641F7113-061F-4444-A1B5-F9D927F669E4}" sibTransId="{888D6299-6FB7-6F4A-A635-5A212C28CDD7}"/>
    <dgm:cxn modelId="{309C77AA-CF00-6B4B-A325-C30F2AA1BFB6}" type="presOf" srcId="{FBB10D31-47D7-F647-B0E5-77C248B3C112}" destId="{70E192A5-DB24-F645-8EC9-394017E5AE68}" srcOrd="0" destOrd="0" presId="urn:microsoft.com/office/officeart/2005/8/layout/vList2"/>
    <dgm:cxn modelId="{A6E1D4B6-252B-9347-BFC8-DF3F721FB371}" type="presOf" srcId="{4FC7EE0F-9C31-924D-B192-B6F8A0AE8BDA}" destId="{E6BFB32E-099A-8F4F-B6FC-F3383D40F5EB}" srcOrd="0" destOrd="1" presId="urn:microsoft.com/office/officeart/2005/8/layout/vList2"/>
    <dgm:cxn modelId="{6678A3BC-0E56-7E47-87CF-085CE6EEFA2A}" type="presOf" srcId="{ACAE8299-C90C-E048-95B3-8A1053DA7FDF}" destId="{E6BFB32E-099A-8F4F-B6FC-F3383D40F5EB}" srcOrd="0" destOrd="2" presId="urn:microsoft.com/office/officeart/2005/8/layout/vList2"/>
    <dgm:cxn modelId="{74F473C6-5807-AE48-A561-BB123EDDA52E}" type="presOf" srcId="{6BAC7BEA-150D-6A40-BDAF-B2CD0502CBA5}" destId="{B4C54A19-3536-1A4E-A1EA-C2771B313FD4}" srcOrd="0" destOrd="2" presId="urn:microsoft.com/office/officeart/2005/8/layout/vList2"/>
    <dgm:cxn modelId="{54FB81CD-D575-6A47-B0C0-000CC6FDF039}" srcId="{DCA0867B-BCAB-4B42-881B-DD83D635B43F}" destId="{ACAE8299-C90C-E048-95B3-8A1053DA7FDF}" srcOrd="2" destOrd="0" parTransId="{84FFA481-F3E2-114C-A275-88CBC7CC7873}" sibTransId="{92D1D2DF-7331-2944-BFB5-4B278FD074D8}"/>
    <dgm:cxn modelId="{D7F732D9-DDD3-A34B-8BB7-13F815622E82}" type="presOf" srcId="{89BEB3C1-FF05-4E4E-BE39-8A5639E04D7A}" destId="{293EC2AA-B19A-0543-B551-3B90447B251A}" srcOrd="0" destOrd="2" presId="urn:microsoft.com/office/officeart/2005/8/layout/vList2"/>
    <dgm:cxn modelId="{B91A50DC-B3B9-094B-9255-411BD8A9C2F0}" srcId="{ECDD3565-69D9-124F-AA62-16DD2BCD4597}" destId="{BA0325C2-D17C-1645-A7FC-F7D231F79746}" srcOrd="0" destOrd="0" parTransId="{0B64B9CC-4061-A54B-A048-362BF69B7270}" sibTransId="{5A1A3D4E-52AD-6E49-BD84-340577EE7A30}"/>
    <dgm:cxn modelId="{C54E58DF-C7CE-F544-B1ED-9CBBED847476}" type="presOf" srcId="{83BE4C8F-3A1B-DB42-BCDE-C00DA4A645E2}" destId="{B4C54A19-3536-1A4E-A1EA-C2771B313FD4}" srcOrd="0" destOrd="1" presId="urn:microsoft.com/office/officeart/2005/8/layout/vList2"/>
    <dgm:cxn modelId="{EC703FE3-0AF1-DF40-BB1B-08374CBF0488}" srcId="{FBB10D31-47D7-F647-B0E5-77C248B3C112}" destId="{ECDD3565-69D9-124F-AA62-16DD2BCD4597}" srcOrd="0" destOrd="0" parTransId="{06E18032-ECED-374C-851E-73944B623DE0}" sibTransId="{4CFDA119-BB2D-254D-9ED2-5D6C0C203A26}"/>
    <dgm:cxn modelId="{9B8E1FEB-87E2-4748-8E16-B2744D6AA237}" srcId="{ECDD3565-69D9-124F-AA62-16DD2BCD4597}" destId="{13677DCD-DEFD-8742-9CCA-DF1659CDF0FF}" srcOrd="1" destOrd="0" parTransId="{868D691E-7A54-3B43-82A9-67BFDEDAB8A0}" sibTransId="{0503F543-B91A-114A-B23E-19E110B0F034}"/>
    <dgm:cxn modelId="{1D40A7ED-BD6E-C04B-AE29-90A3D319897C}" srcId="{DCA0867B-BCAB-4B42-881B-DD83D635B43F}" destId="{19251704-4DEA-AA45-88A8-E560C383C844}" srcOrd="0" destOrd="0" parTransId="{3CFB1558-0DC9-3D44-B703-090124A2A403}" sibTransId="{21A06ABF-5B34-D84F-973D-8657D6EF8E4B}"/>
    <dgm:cxn modelId="{00136BA7-44C9-5343-B270-9D6A19D8C17B}" type="presParOf" srcId="{70E192A5-DB24-F645-8EC9-394017E5AE68}" destId="{7CC4CF48-BEE3-5949-BCD5-EAC8E3B4E675}" srcOrd="0" destOrd="0" presId="urn:microsoft.com/office/officeart/2005/8/layout/vList2"/>
    <dgm:cxn modelId="{01755AD8-F8F1-D94A-A7A5-C32333F016F1}" type="presParOf" srcId="{70E192A5-DB24-F645-8EC9-394017E5AE68}" destId="{293EC2AA-B19A-0543-B551-3B90447B251A}" srcOrd="1" destOrd="0" presId="urn:microsoft.com/office/officeart/2005/8/layout/vList2"/>
    <dgm:cxn modelId="{AA2374D2-38C8-1542-BAFB-DF9B8E499055}" type="presParOf" srcId="{70E192A5-DB24-F645-8EC9-394017E5AE68}" destId="{60C79CD8-453A-304E-A4B4-F529FC69D731}" srcOrd="2" destOrd="0" presId="urn:microsoft.com/office/officeart/2005/8/layout/vList2"/>
    <dgm:cxn modelId="{6793ACB4-7841-804F-AE86-F4716D079C87}" type="presParOf" srcId="{70E192A5-DB24-F645-8EC9-394017E5AE68}" destId="{B4C54A19-3536-1A4E-A1EA-C2771B313FD4}" srcOrd="3" destOrd="0" presId="urn:microsoft.com/office/officeart/2005/8/layout/vList2"/>
    <dgm:cxn modelId="{10DF4349-0D99-C844-B59C-219E6E7FEFD9}" type="presParOf" srcId="{70E192A5-DB24-F645-8EC9-394017E5AE68}" destId="{4C695A41-D314-CD43-9C52-F67E38984D60}" srcOrd="4" destOrd="0" presId="urn:microsoft.com/office/officeart/2005/8/layout/vList2"/>
    <dgm:cxn modelId="{6FA04254-2E0D-234A-A6B2-F21528500DFF}" type="presParOf" srcId="{70E192A5-DB24-F645-8EC9-394017E5AE68}" destId="{E6BFB32E-099A-8F4F-B6FC-F3383D40F5EB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648AEF0-4077-4FAB-9DB4-8FB46B739F83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4AD937F-9C72-422E-A91A-BBC62E91EB8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/>
            <a:t>C</a:t>
          </a:r>
          <a:r>
            <a:rPr lang="en-US" sz="1400" b="0" i="0" dirty="0"/>
            <a:t>ommunicate data insights to stakeholders.</a:t>
          </a:r>
        </a:p>
        <a:p>
          <a:pPr>
            <a:lnSpc>
              <a:spcPct val="100000"/>
            </a:lnSpc>
          </a:pPr>
          <a:r>
            <a:rPr lang="en-US" sz="1400" b="0" i="0" dirty="0"/>
            <a:t>Use analytical and problem-solving skills to troubleshoot projects deviating from time, scope or budget.</a:t>
          </a:r>
          <a:endParaRPr lang="en-US" sz="1400" dirty="0"/>
        </a:p>
      </dgm:t>
    </dgm:pt>
    <dgm:pt modelId="{CE0CAB4F-21F0-47FC-AE43-168D661DAED0}" type="parTrans" cxnId="{AFFFA693-41F7-4195-B4F2-720BFA53412F}">
      <dgm:prSet/>
      <dgm:spPr/>
      <dgm:t>
        <a:bodyPr/>
        <a:lstStyle/>
        <a:p>
          <a:endParaRPr lang="en-US" sz="1400"/>
        </a:p>
      </dgm:t>
    </dgm:pt>
    <dgm:pt modelId="{7EF76B6A-EE3A-47BE-B32E-A5938BE1D855}" type="sibTrans" cxnId="{AFFFA693-41F7-4195-B4F2-720BFA53412F}">
      <dgm:prSet/>
      <dgm:spPr/>
      <dgm:t>
        <a:bodyPr/>
        <a:lstStyle/>
        <a:p>
          <a:pPr>
            <a:lnSpc>
              <a:spcPct val="100000"/>
            </a:lnSpc>
          </a:pPr>
          <a:endParaRPr lang="en-US" sz="1400"/>
        </a:p>
      </dgm:t>
    </dgm:pt>
    <dgm:pt modelId="{DD590F2F-1FB2-4E53-A8E9-6552F882BD4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0" i="0" dirty="0"/>
            <a:t>Contribute to the development of the resources, recommend improvements through data and reporting.</a:t>
          </a:r>
          <a:endParaRPr lang="en-US" sz="1400" dirty="0"/>
        </a:p>
      </dgm:t>
    </dgm:pt>
    <dgm:pt modelId="{FBDB33B4-DAED-42D6-9278-531AC2413900}" type="parTrans" cxnId="{32949244-D199-4EC0-8C02-FCBDE8C2EB91}">
      <dgm:prSet/>
      <dgm:spPr/>
      <dgm:t>
        <a:bodyPr/>
        <a:lstStyle/>
        <a:p>
          <a:endParaRPr lang="en-US" sz="1400"/>
        </a:p>
      </dgm:t>
    </dgm:pt>
    <dgm:pt modelId="{6EAF6601-FB2B-4FEB-BEC6-75D134B6097C}" type="sibTrans" cxnId="{32949244-D199-4EC0-8C02-FCBDE8C2EB91}">
      <dgm:prSet/>
      <dgm:spPr/>
      <dgm:t>
        <a:bodyPr/>
        <a:lstStyle/>
        <a:p>
          <a:pPr>
            <a:lnSpc>
              <a:spcPct val="100000"/>
            </a:lnSpc>
          </a:pPr>
          <a:endParaRPr lang="en-US" sz="1400"/>
        </a:p>
      </dgm:t>
    </dgm:pt>
    <dgm:pt modelId="{3AD1F25D-5CB1-4457-ABFD-E8AA6FA9312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0" i="0" dirty="0"/>
            <a:t>Complete assigned tasks according to established timeline. </a:t>
          </a:r>
          <a:endParaRPr lang="en-US" sz="1400" dirty="0"/>
        </a:p>
      </dgm:t>
    </dgm:pt>
    <dgm:pt modelId="{88836BE9-5762-4E08-A843-A1DB926B2E85}" type="parTrans" cxnId="{B4371E08-B714-43A9-B5DC-E473A6ACD7EB}">
      <dgm:prSet/>
      <dgm:spPr/>
      <dgm:t>
        <a:bodyPr/>
        <a:lstStyle/>
        <a:p>
          <a:endParaRPr lang="en-US" sz="1400"/>
        </a:p>
      </dgm:t>
    </dgm:pt>
    <dgm:pt modelId="{E0AB1BF7-523B-4BA2-9BD8-CBBD11DC35C4}" type="sibTrans" cxnId="{B4371E08-B714-43A9-B5DC-E473A6ACD7EB}">
      <dgm:prSet/>
      <dgm:spPr/>
      <dgm:t>
        <a:bodyPr/>
        <a:lstStyle/>
        <a:p>
          <a:pPr>
            <a:lnSpc>
              <a:spcPct val="100000"/>
            </a:lnSpc>
          </a:pPr>
          <a:endParaRPr lang="en-US" sz="1400"/>
        </a:p>
      </dgm:t>
    </dgm:pt>
    <dgm:pt modelId="{1C7CE54E-49B8-46D1-92C2-0E559BEBA3D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0" i="0" dirty="0"/>
            <a:t>Support risk analysis and risk mitigation planning for projects</a:t>
          </a:r>
          <a:endParaRPr lang="en-US" sz="1400" dirty="0"/>
        </a:p>
      </dgm:t>
    </dgm:pt>
    <dgm:pt modelId="{53129D4C-A05D-423F-9C33-8B3524B03414}" type="parTrans" cxnId="{AADF2EFE-3B78-4CDD-BD2C-CA5E0DFE6D64}">
      <dgm:prSet/>
      <dgm:spPr/>
      <dgm:t>
        <a:bodyPr/>
        <a:lstStyle/>
        <a:p>
          <a:endParaRPr lang="en-US" sz="1400"/>
        </a:p>
      </dgm:t>
    </dgm:pt>
    <dgm:pt modelId="{016D96DF-0A04-4737-847D-F57F2B171618}" type="sibTrans" cxnId="{AADF2EFE-3B78-4CDD-BD2C-CA5E0DFE6D64}">
      <dgm:prSet/>
      <dgm:spPr/>
      <dgm:t>
        <a:bodyPr/>
        <a:lstStyle/>
        <a:p>
          <a:pPr>
            <a:lnSpc>
              <a:spcPct val="100000"/>
            </a:lnSpc>
          </a:pPr>
          <a:endParaRPr lang="en-US" sz="1400"/>
        </a:p>
      </dgm:t>
    </dgm:pt>
    <dgm:pt modelId="{8118E2A0-F423-468B-829E-F4CFD2B641E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0" i="0" dirty="0"/>
            <a:t>Establish and maintain partnerships with internal and external stakeholders.</a:t>
          </a:r>
          <a:endParaRPr lang="en-US" sz="1400" dirty="0"/>
        </a:p>
      </dgm:t>
    </dgm:pt>
    <dgm:pt modelId="{D62F2F93-7BDB-49B2-8DA5-3516CA8BAE07}" type="parTrans" cxnId="{FF5B15E5-5674-4360-8425-2FE32A7DF5F4}">
      <dgm:prSet/>
      <dgm:spPr/>
      <dgm:t>
        <a:bodyPr/>
        <a:lstStyle/>
        <a:p>
          <a:endParaRPr lang="en-US" sz="1400"/>
        </a:p>
      </dgm:t>
    </dgm:pt>
    <dgm:pt modelId="{F1725BEE-71EB-4E12-9A0F-4B67495E5F36}" type="sibTrans" cxnId="{FF5B15E5-5674-4360-8425-2FE32A7DF5F4}">
      <dgm:prSet/>
      <dgm:spPr/>
      <dgm:t>
        <a:bodyPr/>
        <a:lstStyle/>
        <a:p>
          <a:pPr>
            <a:lnSpc>
              <a:spcPct val="100000"/>
            </a:lnSpc>
          </a:pPr>
          <a:endParaRPr lang="en-US" sz="1400"/>
        </a:p>
      </dgm:t>
    </dgm:pt>
    <dgm:pt modelId="{509D8AE4-BE9A-489D-AADB-951CBFC6C36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0" i="0"/>
            <a:t>Builds productive working relationships with departments that are key partners (e.g., R&amp;D)</a:t>
          </a:r>
          <a:endParaRPr lang="en-US" sz="1400"/>
        </a:p>
      </dgm:t>
    </dgm:pt>
    <dgm:pt modelId="{8907B60F-F06D-435E-BE06-F340FF8D9458}" type="parTrans" cxnId="{614FE4E5-5954-40F1-B8EE-9967B42D958C}">
      <dgm:prSet/>
      <dgm:spPr/>
      <dgm:t>
        <a:bodyPr/>
        <a:lstStyle/>
        <a:p>
          <a:endParaRPr lang="en-US" sz="1400"/>
        </a:p>
      </dgm:t>
    </dgm:pt>
    <dgm:pt modelId="{2BD0DE89-5B2C-4D15-8608-232ECB241DA7}" type="sibTrans" cxnId="{614FE4E5-5954-40F1-B8EE-9967B42D958C}">
      <dgm:prSet/>
      <dgm:spPr/>
      <dgm:t>
        <a:bodyPr/>
        <a:lstStyle/>
        <a:p>
          <a:endParaRPr lang="en-US" sz="1400"/>
        </a:p>
      </dgm:t>
    </dgm:pt>
    <dgm:pt modelId="{C1C8730F-3831-4E4E-8F0E-5C3CD5BD3BAA}" type="pres">
      <dgm:prSet presAssocID="{8648AEF0-4077-4FAB-9DB4-8FB46B739F83}" presName="root" presStyleCnt="0">
        <dgm:presLayoutVars>
          <dgm:dir/>
          <dgm:resizeHandles val="exact"/>
        </dgm:presLayoutVars>
      </dgm:prSet>
      <dgm:spPr/>
    </dgm:pt>
    <dgm:pt modelId="{06E96B60-BAD4-44D6-9E1B-CE7EEE530560}" type="pres">
      <dgm:prSet presAssocID="{8648AEF0-4077-4FAB-9DB4-8FB46B739F83}" presName="container" presStyleCnt="0">
        <dgm:presLayoutVars>
          <dgm:dir/>
          <dgm:resizeHandles val="exact"/>
        </dgm:presLayoutVars>
      </dgm:prSet>
      <dgm:spPr/>
    </dgm:pt>
    <dgm:pt modelId="{B17B6EAE-2F4E-46A5-91CA-3D00711B1801}" type="pres">
      <dgm:prSet presAssocID="{34AD937F-9C72-422E-A91A-BBC62E91EB85}" presName="compNode" presStyleCnt="0"/>
      <dgm:spPr/>
    </dgm:pt>
    <dgm:pt modelId="{AF71F845-2DAF-4899-9262-D4FC44E09E04}" type="pres">
      <dgm:prSet presAssocID="{34AD937F-9C72-422E-A91A-BBC62E91EB85}" presName="iconBgRect" presStyleLbl="bgShp" presStyleIdx="0" presStyleCnt="6"/>
      <dgm:spPr/>
    </dgm:pt>
    <dgm:pt modelId="{134294FA-5FAE-4D86-B216-5C57B7469F46}" type="pres">
      <dgm:prSet presAssocID="{34AD937F-9C72-422E-A91A-BBC62E91EB85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4413E3A3-C671-4B93-945D-19B9637BB9A4}" type="pres">
      <dgm:prSet presAssocID="{34AD937F-9C72-422E-A91A-BBC62E91EB85}" presName="spaceRect" presStyleCnt="0"/>
      <dgm:spPr/>
    </dgm:pt>
    <dgm:pt modelId="{96D69654-40E8-4B87-88D0-3E81A37F6DC1}" type="pres">
      <dgm:prSet presAssocID="{34AD937F-9C72-422E-A91A-BBC62E91EB85}" presName="textRect" presStyleLbl="revTx" presStyleIdx="0" presStyleCnt="6">
        <dgm:presLayoutVars>
          <dgm:chMax val="1"/>
          <dgm:chPref val="1"/>
        </dgm:presLayoutVars>
      </dgm:prSet>
      <dgm:spPr/>
    </dgm:pt>
    <dgm:pt modelId="{7B5D929C-225B-4401-BD1B-239430F7F7D1}" type="pres">
      <dgm:prSet presAssocID="{7EF76B6A-EE3A-47BE-B32E-A5938BE1D855}" presName="sibTrans" presStyleLbl="sibTrans2D1" presStyleIdx="0" presStyleCnt="0"/>
      <dgm:spPr/>
    </dgm:pt>
    <dgm:pt modelId="{75C707E8-3CC1-4610-9E86-8FA5EFF9F811}" type="pres">
      <dgm:prSet presAssocID="{DD590F2F-1FB2-4E53-A8E9-6552F882BD4E}" presName="compNode" presStyleCnt="0"/>
      <dgm:spPr/>
    </dgm:pt>
    <dgm:pt modelId="{7B6E238A-A4C3-4337-9D5F-3000A38ECDDC}" type="pres">
      <dgm:prSet presAssocID="{DD590F2F-1FB2-4E53-A8E9-6552F882BD4E}" presName="iconBgRect" presStyleLbl="bgShp" presStyleIdx="1" presStyleCnt="6"/>
      <dgm:spPr/>
    </dgm:pt>
    <dgm:pt modelId="{AF703B6F-B0CA-408F-B11C-8A2DF759E20B}" type="pres">
      <dgm:prSet presAssocID="{DD590F2F-1FB2-4E53-A8E9-6552F882BD4E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F877E5D5-848F-4880-9583-BCF689976528}" type="pres">
      <dgm:prSet presAssocID="{DD590F2F-1FB2-4E53-A8E9-6552F882BD4E}" presName="spaceRect" presStyleCnt="0"/>
      <dgm:spPr/>
    </dgm:pt>
    <dgm:pt modelId="{1C22E09A-2585-47A3-916E-7A257EF2453B}" type="pres">
      <dgm:prSet presAssocID="{DD590F2F-1FB2-4E53-A8E9-6552F882BD4E}" presName="textRect" presStyleLbl="revTx" presStyleIdx="1" presStyleCnt="6">
        <dgm:presLayoutVars>
          <dgm:chMax val="1"/>
          <dgm:chPref val="1"/>
        </dgm:presLayoutVars>
      </dgm:prSet>
      <dgm:spPr/>
    </dgm:pt>
    <dgm:pt modelId="{3922C42F-6287-4C79-BA75-9253395E883D}" type="pres">
      <dgm:prSet presAssocID="{6EAF6601-FB2B-4FEB-BEC6-75D134B6097C}" presName="sibTrans" presStyleLbl="sibTrans2D1" presStyleIdx="0" presStyleCnt="0"/>
      <dgm:spPr/>
    </dgm:pt>
    <dgm:pt modelId="{46897B09-465A-4944-ABC4-4E66C12E3446}" type="pres">
      <dgm:prSet presAssocID="{3AD1F25D-5CB1-4457-ABFD-E8AA6FA9312C}" presName="compNode" presStyleCnt="0"/>
      <dgm:spPr/>
    </dgm:pt>
    <dgm:pt modelId="{E3B6817A-3257-404D-891F-16E9FA947954}" type="pres">
      <dgm:prSet presAssocID="{3AD1F25D-5CB1-4457-ABFD-E8AA6FA9312C}" presName="iconBgRect" presStyleLbl="bgShp" presStyleIdx="2" presStyleCnt="6"/>
      <dgm:spPr/>
    </dgm:pt>
    <dgm:pt modelId="{40739708-C7A0-4754-90D4-29DA589989BE}" type="pres">
      <dgm:prSet presAssocID="{3AD1F25D-5CB1-4457-ABFD-E8AA6FA9312C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B0BABE64-7E64-4644-8639-BFDE439841EB}" type="pres">
      <dgm:prSet presAssocID="{3AD1F25D-5CB1-4457-ABFD-E8AA6FA9312C}" presName="spaceRect" presStyleCnt="0"/>
      <dgm:spPr/>
    </dgm:pt>
    <dgm:pt modelId="{C563A6C1-4D6C-4396-967A-6ED39C7772A2}" type="pres">
      <dgm:prSet presAssocID="{3AD1F25D-5CB1-4457-ABFD-E8AA6FA9312C}" presName="textRect" presStyleLbl="revTx" presStyleIdx="2" presStyleCnt="6">
        <dgm:presLayoutVars>
          <dgm:chMax val="1"/>
          <dgm:chPref val="1"/>
        </dgm:presLayoutVars>
      </dgm:prSet>
      <dgm:spPr/>
    </dgm:pt>
    <dgm:pt modelId="{3DAC977A-F28E-42CB-8BB4-E43E50A32B45}" type="pres">
      <dgm:prSet presAssocID="{E0AB1BF7-523B-4BA2-9BD8-CBBD11DC35C4}" presName="sibTrans" presStyleLbl="sibTrans2D1" presStyleIdx="0" presStyleCnt="0"/>
      <dgm:spPr/>
    </dgm:pt>
    <dgm:pt modelId="{3EBFDAA8-9699-4F65-BB93-6DBDF4FC15A7}" type="pres">
      <dgm:prSet presAssocID="{1C7CE54E-49B8-46D1-92C2-0E559BEBA3D3}" presName="compNode" presStyleCnt="0"/>
      <dgm:spPr/>
    </dgm:pt>
    <dgm:pt modelId="{5987ACC5-8F1D-439D-BDF9-D9D4AB9119FD}" type="pres">
      <dgm:prSet presAssocID="{1C7CE54E-49B8-46D1-92C2-0E559BEBA3D3}" presName="iconBgRect" presStyleLbl="bgShp" presStyleIdx="3" presStyleCnt="6"/>
      <dgm:spPr/>
    </dgm:pt>
    <dgm:pt modelId="{183EC0D1-E271-43CD-ABD6-A15F09645163}" type="pres">
      <dgm:prSet presAssocID="{1C7CE54E-49B8-46D1-92C2-0E559BEBA3D3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02FECDB1-E05C-45DB-B427-D141224ED3CD}" type="pres">
      <dgm:prSet presAssocID="{1C7CE54E-49B8-46D1-92C2-0E559BEBA3D3}" presName="spaceRect" presStyleCnt="0"/>
      <dgm:spPr/>
    </dgm:pt>
    <dgm:pt modelId="{A32EE155-C379-4128-BAC9-0E58AF94984D}" type="pres">
      <dgm:prSet presAssocID="{1C7CE54E-49B8-46D1-92C2-0E559BEBA3D3}" presName="textRect" presStyleLbl="revTx" presStyleIdx="3" presStyleCnt="6">
        <dgm:presLayoutVars>
          <dgm:chMax val="1"/>
          <dgm:chPref val="1"/>
        </dgm:presLayoutVars>
      </dgm:prSet>
      <dgm:spPr/>
    </dgm:pt>
    <dgm:pt modelId="{FAA4C59A-EF3E-49A2-8083-68D23AC96D4C}" type="pres">
      <dgm:prSet presAssocID="{016D96DF-0A04-4737-847D-F57F2B171618}" presName="sibTrans" presStyleLbl="sibTrans2D1" presStyleIdx="0" presStyleCnt="0"/>
      <dgm:spPr/>
    </dgm:pt>
    <dgm:pt modelId="{8FC3F4AD-A7F3-4038-B3FF-7C43C791E519}" type="pres">
      <dgm:prSet presAssocID="{8118E2A0-F423-468B-829E-F4CFD2B641E3}" presName="compNode" presStyleCnt="0"/>
      <dgm:spPr/>
    </dgm:pt>
    <dgm:pt modelId="{F6F341BB-13C0-43FE-90D1-657550AD7E95}" type="pres">
      <dgm:prSet presAssocID="{8118E2A0-F423-468B-829E-F4CFD2B641E3}" presName="iconBgRect" presStyleLbl="bgShp" presStyleIdx="4" presStyleCnt="6"/>
      <dgm:spPr/>
    </dgm:pt>
    <dgm:pt modelId="{F26091B4-F05E-4BA0-9DDF-2053E5636146}" type="pres">
      <dgm:prSet presAssocID="{8118E2A0-F423-468B-829E-F4CFD2B641E3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C3D3BE79-0107-453C-B42D-6D662B6758C8}" type="pres">
      <dgm:prSet presAssocID="{8118E2A0-F423-468B-829E-F4CFD2B641E3}" presName="spaceRect" presStyleCnt="0"/>
      <dgm:spPr/>
    </dgm:pt>
    <dgm:pt modelId="{EA175391-19FE-4091-A53E-E949BC757779}" type="pres">
      <dgm:prSet presAssocID="{8118E2A0-F423-468B-829E-F4CFD2B641E3}" presName="textRect" presStyleLbl="revTx" presStyleIdx="4" presStyleCnt="6">
        <dgm:presLayoutVars>
          <dgm:chMax val="1"/>
          <dgm:chPref val="1"/>
        </dgm:presLayoutVars>
      </dgm:prSet>
      <dgm:spPr/>
    </dgm:pt>
    <dgm:pt modelId="{0CCC77FA-31D3-4338-86C1-DE9454CE01A5}" type="pres">
      <dgm:prSet presAssocID="{F1725BEE-71EB-4E12-9A0F-4B67495E5F36}" presName="sibTrans" presStyleLbl="sibTrans2D1" presStyleIdx="0" presStyleCnt="0"/>
      <dgm:spPr/>
    </dgm:pt>
    <dgm:pt modelId="{D6328D79-A36B-45C8-93F1-C45627CCF434}" type="pres">
      <dgm:prSet presAssocID="{509D8AE4-BE9A-489D-AADB-951CBFC6C36E}" presName="compNode" presStyleCnt="0"/>
      <dgm:spPr/>
    </dgm:pt>
    <dgm:pt modelId="{6E5AE4CB-DBAD-4FB1-9A47-C14F3F5DD7CD}" type="pres">
      <dgm:prSet presAssocID="{509D8AE4-BE9A-489D-AADB-951CBFC6C36E}" presName="iconBgRect" presStyleLbl="bgShp" presStyleIdx="5" presStyleCnt="6"/>
      <dgm:spPr/>
    </dgm:pt>
    <dgm:pt modelId="{25778BBE-1CD1-4726-AD6F-81CC927053F6}" type="pres">
      <dgm:prSet presAssocID="{509D8AE4-BE9A-489D-AADB-951CBFC6C36E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ers"/>
        </a:ext>
      </dgm:extLst>
    </dgm:pt>
    <dgm:pt modelId="{E34D3618-57FE-40E1-92DB-E39A2FC58DA0}" type="pres">
      <dgm:prSet presAssocID="{509D8AE4-BE9A-489D-AADB-951CBFC6C36E}" presName="spaceRect" presStyleCnt="0"/>
      <dgm:spPr/>
    </dgm:pt>
    <dgm:pt modelId="{51A5D8FC-8632-4055-8196-1A01E02D4500}" type="pres">
      <dgm:prSet presAssocID="{509D8AE4-BE9A-489D-AADB-951CBFC6C36E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B4371E08-B714-43A9-B5DC-E473A6ACD7EB}" srcId="{8648AEF0-4077-4FAB-9DB4-8FB46B739F83}" destId="{3AD1F25D-5CB1-4457-ABFD-E8AA6FA9312C}" srcOrd="2" destOrd="0" parTransId="{88836BE9-5762-4E08-A843-A1DB926B2E85}" sibTransId="{E0AB1BF7-523B-4BA2-9BD8-CBBD11DC35C4}"/>
    <dgm:cxn modelId="{7263532B-B32D-9448-9DC6-1C8FC996A400}" type="presOf" srcId="{6EAF6601-FB2B-4FEB-BEC6-75D134B6097C}" destId="{3922C42F-6287-4C79-BA75-9253395E883D}" srcOrd="0" destOrd="0" presId="urn:microsoft.com/office/officeart/2018/2/layout/IconCircleList"/>
    <dgm:cxn modelId="{32949244-D199-4EC0-8C02-FCBDE8C2EB91}" srcId="{8648AEF0-4077-4FAB-9DB4-8FB46B739F83}" destId="{DD590F2F-1FB2-4E53-A8E9-6552F882BD4E}" srcOrd="1" destOrd="0" parTransId="{FBDB33B4-DAED-42D6-9278-531AC2413900}" sibTransId="{6EAF6601-FB2B-4FEB-BEC6-75D134B6097C}"/>
    <dgm:cxn modelId="{3C9DBA48-D3F7-984A-BDA2-CE4344A053BD}" type="presOf" srcId="{F1725BEE-71EB-4E12-9A0F-4B67495E5F36}" destId="{0CCC77FA-31D3-4338-86C1-DE9454CE01A5}" srcOrd="0" destOrd="0" presId="urn:microsoft.com/office/officeart/2018/2/layout/IconCircleList"/>
    <dgm:cxn modelId="{1AC0014A-52E4-F340-88CC-283E7DE593BC}" type="presOf" srcId="{E0AB1BF7-523B-4BA2-9BD8-CBBD11DC35C4}" destId="{3DAC977A-F28E-42CB-8BB4-E43E50A32B45}" srcOrd="0" destOrd="0" presId="urn:microsoft.com/office/officeart/2018/2/layout/IconCircleList"/>
    <dgm:cxn modelId="{990BBD4C-0FA2-7544-9027-F8A52FE74BD7}" type="presOf" srcId="{34AD937F-9C72-422E-A91A-BBC62E91EB85}" destId="{96D69654-40E8-4B87-88D0-3E81A37F6DC1}" srcOrd="0" destOrd="0" presId="urn:microsoft.com/office/officeart/2018/2/layout/IconCircleList"/>
    <dgm:cxn modelId="{6D1B805C-B095-7D43-B624-A560C5EFBDF9}" type="presOf" srcId="{DD590F2F-1FB2-4E53-A8E9-6552F882BD4E}" destId="{1C22E09A-2585-47A3-916E-7A257EF2453B}" srcOrd="0" destOrd="0" presId="urn:microsoft.com/office/officeart/2018/2/layout/IconCircleList"/>
    <dgm:cxn modelId="{A9C8C85E-2F9B-3C4C-8B62-6399A6CCDFDB}" type="presOf" srcId="{509D8AE4-BE9A-489D-AADB-951CBFC6C36E}" destId="{51A5D8FC-8632-4055-8196-1A01E02D4500}" srcOrd="0" destOrd="0" presId="urn:microsoft.com/office/officeart/2018/2/layout/IconCircleList"/>
    <dgm:cxn modelId="{9E491F5F-A9FA-3942-B05F-39F1DB58B9B8}" type="presOf" srcId="{8648AEF0-4077-4FAB-9DB4-8FB46B739F83}" destId="{C1C8730F-3831-4E4E-8F0E-5C3CD5BD3BAA}" srcOrd="0" destOrd="0" presId="urn:microsoft.com/office/officeart/2018/2/layout/IconCircleList"/>
    <dgm:cxn modelId="{12A7936C-E0AD-3A47-A092-941E577FD7D2}" type="presOf" srcId="{3AD1F25D-5CB1-4457-ABFD-E8AA6FA9312C}" destId="{C563A6C1-4D6C-4396-967A-6ED39C7772A2}" srcOrd="0" destOrd="0" presId="urn:microsoft.com/office/officeart/2018/2/layout/IconCircleList"/>
    <dgm:cxn modelId="{AFFFA693-41F7-4195-B4F2-720BFA53412F}" srcId="{8648AEF0-4077-4FAB-9DB4-8FB46B739F83}" destId="{34AD937F-9C72-422E-A91A-BBC62E91EB85}" srcOrd="0" destOrd="0" parTransId="{CE0CAB4F-21F0-47FC-AE43-168D661DAED0}" sibTransId="{7EF76B6A-EE3A-47BE-B32E-A5938BE1D855}"/>
    <dgm:cxn modelId="{E34C60B0-4B04-674B-B03D-B814503D17FC}" type="presOf" srcId="{1C7CE54E-49B8-46D1-92C2-0E559BEBA3D3}" destId="{A32EE155-C379-4128-BAC9-0E58AF94984D}" srcOrd="0" destOrd="0" presId="urn:microsoft.com/office/officeart/2018/2/layout/IconCircleList"/>
    <dgm:cxn modelId="{07FF89CB-6F19-254B-BEDE-FAA2B8D6F7D7}" type="presOf" srcId="{016D96DF-0A04-4737-847D-F57F2B171618}" destId="{FAA4C59A-EF3E-49A2-8083-68D23AC96D4C}" srcOrd="0" destOrd="0" presId="urn:microsoft.com/office/officeart/2018/2/layout/IconCircleList"/>
    <dgm:cxn modelId="{F7DCC1CD-FDDE-E04D-A173-28C06E61576D}" type="presOf" srcId="{7EF76B6A-EE3A-47BE-B32E-A5938BE1D855}" destId="{7B5D929C-225B-4401-BD1B-239430F7F7D1}" srcOrd="0" destOrd="0" presId="urn:microsoft.com/office/officeart/2018/2/layout/IconCircleList"/>
    <dgm:cxn modelId="{99F391E4-6E59-9B48-83E5-7A2F592B2730}" type="presOf" srcId="{8118E2A0-F423-468B-829E-F4CFD2B641E3}" destId="{EA175391-19FE-4091-A53E-E949BC757779}" srcOrd="0" destOrd="0" presId="urn:microsoft.com/office/officeart/2018/2/layout/IconCircleList"/>
    <dgm:cxn modelId="{FF5B15E5-5674-4360-8425-2FE32A7DF5F4}" srcId="{8648AEF0-4077-4FAB-9DB4-8FB46B739F83}" destId="{8118E2A0-F423-468B-829E-F4CFD2B641E3}" srcOrd="4" destOrd="0" parTransId="{D62F2F93-7BDB-49B2-8DA5-3516CA8BAE07}" sibTransId="{F1725BEE-71EB-4E12-9A0F-4B67495E5F36}"/>
    <dgm:cxn modelId="{614FE4E5-5954-40F1-B8EE-9967B42D958C}" srcId="{8648AEF0-4077-4FAB-9DB4-8FB46B739F83}" destId="{509D8AE4-BE9A-489D-AADB-951CBFC6C36E}" srcOrd="5" destOrd="0" parTransId="{8907B60F-F06D-435E-BE06-F340FF8D9458}" sibTransId="{2BD0DE89-5B2C-4D15-8608-232ECB241DA7}"/>
    <dgm:cxn modelId="{AADF2EFE-3B78-4CDD-BD2C-CA5E0DFE6D64}" srcId="{8648AEF0-4077-4FAB-9DB4-8FB46B739F83}" destId="{1C7CE54E-49B8-46D1-92C2-0E559BEBA3D3}" srcOrd="3" destOrd="0" parTransId="{53129D4C-A05D-423F-9C33-8B3524B03414}" sibTransId="{016D96DF-0A04-4737-847D-F57F2B171618}"/>
    <dgm:cxn modelId="{0D1DAFDD-F9C1-6E45-B12C-A6688CF9AA83}" type="presParOf" srcId="{C1C8730F-3831-4E4E-8F0E-5C3CD5BD3BAA}" destId="{06E96B60-BAD4-44D6-9E1B-CE7EEE530560}" srcOrd="0" destOrd="0" presId="urn:microsoft.com/office/officeart/2018/2/layout/IconCircleList"/>
    <dgm:cxn modelId="{A396BBC7-A443-984A-B3BE-056607FB1AB1}" type="presParOf" srcId="{06E96B60-BAD4-44D6-9E1B-CE7EEE530560}" destId="{B17B6EAE-2F4E-46A5-91CA-3D00711B1801}" srcOrd="0" destOrd="0" presId="urn:microsoft.com/office/officeart/2018/2/layout/IconCircleList"/>
    <dgm:cxn modelId="{4D5CB4D1-9316-6242-BCEB-67E5E7D388DD}" type="presParOf" srcId="{B17B6EAE-2F4E-46A5-91CA-3D00711B1801}" destId="{AF71F845-2DAF-4899-9262-D4FC44E09E04}" srcOrd="0" destOrd="0" presId="urn:microsoft.com/office/officeart/2018/2/layout/IconCircleList"/>
    <dgm:cxn modelId="{EEC914CA-3779-5242-B4C6-13D3869130DB}" type="presParOf" srcId="{B17B6EAE-2F4E-46A5-91CA-3D00711B1801}" destId="{134294FA-5FAE-4D86-B216-5C57B7469F46}" srcOrd="1" destOrd="0" presId="urn:microsoft.com/office/officeart/2018/2/layout/IconCircleList"/>
    <dgm:cxn modelId="{22536B99-C5B4-844B-95B5-923B9E62ACCC}" type="presParOf" srcId="{B17B6EAE-2F4E-46A5-91CA-3D00711B1801}" destId="{4413E3A3-C671-4B93-945D-19B9637BB9A4}" srcOrd="2" destOrd="0" presId="urn:microsoft.com/office/officeart/2018/2/layout/IconCircleList"/>
    <dgm:cxn modelId="{E4343294-7402-B14F-9C6E-DABF9A0FD428}" type="presParOf" srcId="{B17B6EAE-2F4E-46A5-91CA-3D00711B1801}" destId="{96D69654-40E8-4B87-88D0-3E81A37F6DC1}" srcOrd="3" destOrd="0" presId="urn:microsoft.com/office/officeart/2018/2/layout/IconCircleList"/>
    <dgm:cxn modelId="{1C02EF6D-312B-A941-A9FF-6BBFDE8F5CFF}" type="presParOf" srcId="{06E96B60-BAD4-44D6-9E1B-CE7EEE530560}" destId="{7B5D929C-225B-4401-BD1B-239430F7F7D1}" srcOrd="1" destOrd="0" presId="urn:microsoft.com/office/officeart/2018/2/layout/IconCircleList"/>
    <dgm:cxn modelId="{B4803612-5DDD-E647-99FD-01A3558AB991}" type="presParOf" srcId="{06E96B60-BAD4-44D6-9E1B-CE7EEE530560}" destId="{75C707E8-3CC1-4610-9E86-8FA5EFF9F811}" srcOrd="2" destOrd="0" presId="urn:microsoft.com/office/officeart/2018/2/layout/IconCircleList"/>
    <dgm:cxn modelId="{40046126-076E-794E-8C58-337610DB0DE0}" type="presParOf" srcId="{75C707E8-3CC1-4610-9E86-8FA5EFF9F811}" destId="{7B6E238A-A4C3-4337-9D5F-3000A38ECDDC}" srcOrd="0" destOrd="0" presId="urn:microsoft.com/office/officeart/2018/2/layout/IconCircleList"/>
    <dgm:cxn modelId="{23D685BE-5185-3741-A84F-F170C76367FB}" type="presParOf" srcId="{75C707E8-3CC1-4610-9E86-8FA5EFF9F811}" destId="{AF703B6F-B0CA-408F-B11C-8A2DF759E20B}" srcOrd="1" destOrd="0" presId="urn:microsoft.com/office/officeart/2018/2/layout/IconCircleList"/>
    <dgm:cxn modelId="{87423728-05EE-874A-8F1F-B61E8BC2C252}" type="presParOf" srcId="{75C707E8-3CC1-4610-9E86-8FA5EFF9F811}" destId="{F877E5D5-848F-4880-9583-BCF689976528}" srcOrd="2" destOrd="0" presId="urn:microsoft.com/office/officeart/2018/2/layout/IconCircleList"/>
    <dgm:cxn modelId="{C4D479EB-E5C5-294B-9B2F-D1C53802AB22}" type="presParOf" srcId="{75C707E8-3CC1-4610-9E86-8FA5EFF9F811}" destId="{1C22E09A-2585-47A3-916E-7A257EF2453B}" srcOrd="3" destOrd="0" presId="urn:microsoft.com/office/officeart/2018/2/layout/IconCircleList"/>
    <dgm:cxn modelId="{E0E03E02-25B1-B045-B62B-2536E38C9FAC}" type="presParOf" srcId="{06E96B60-BAD4-44D6-9E1B-CE7EEE530560}" destId="{3922C42F-6287-4C79-BA75-9253395E883D}" srcOrd="3" destOrd="0" presId="urn:microsoft.com/office/officeart/2018/2/layout/IconCircleList"/>
    <dgm:cxn modelId="{2EFE24DA-DF65-CA47-A99B-76437AE62FB6}" type="presParOf" srcId="{06E96B60-BAD4-44D6-9E1B-CE7EEE530560}" destId="{46897B09-465A-4944-ABC4-4E66C12E3446}" srcOrd="4" destOrd="0" presId="urn:microsoft.com/office/officeart/2018/2/layout/IconCircleList"/>
    <dgm:cxn modelId="{ACD6DF44-B320-EE4A-8AA3-432900DFC758}" type="presParOf" srcId="{46897B09-465A-4944-ABC4-4E66C12E3446}" destId="{E3B6817A-3257-404D-891F-16E9FA947954}" srcOrd="0" destOrd="0" presId="urn:microsoft.com/office/officeart/2018/2/layout/IconCircleList"/>
    <dgm:cxn modelId="{EEB3E90A-B880-3B4D-90E2-4F637A57B95F}" type="presParOf" srcId="{46897B09-465A-4944-ABC4-4E66C12E3446}" destId="{40739708-C7A0-4754-90D4-29DA589989BE}" srcOrd="1" destOrd="0" presId="urn:microsoft.com/office/officeart/2018/2/layout/IconCircleList"/>
    <dgm:cxn modelId="{91FAB485-3C7D-404A-BABD-5EE0C7E5AF6A}" type="presParOf" srcId="{46897B09-465A-4944-ABC4-4E66C12E3446}" destId="{B0BABE64-7E64-4644-8639-BFDE439841EB}" srcOrd="2" destOrd="0" presId="urn:microsoft.com/office/officeart/2018/2/layout/IconCircleList"/>
    <dgm:cxn modelId="{AA1AE506-3B43-CA4D-B57F-35CA53EE0B41}" type="presParOf" srcId="{46897B09-465A-4944-ABC4-4E66C12E3446}" destId="{C563A6C1-4D6C-4396-967A-6ED39C7772A2}" srcOrd="3" destOrd="0" presId="urn:microsoft.com/office/officeart/2018/2/layout/IconCircleList"/>
    <dgm:cxn modelId="{E914D69A-4108-944B-9769-6349BEF4B2A1}" type="presParOf" srcId="{06E96B60-BAD4-44D6-9E1B-CE7EEE530560}" destId="{3DAC977A-F28E-42CB-8BB4-E43E50A32B45}" srcOrd="5" destOrd="0" presId="urn:microsoft.com/office/officeart/2018/2/layout/IconCircleList"/>
    <dgm:cxn modelId="{BEA03B6C-31B7-4546-B7E4-8B1DB6657708}" type="presParOf" srcId="{06E96B60-BAD4-44D6-9E1B-CE7EEE530560}" destId="{3EBFDAA8-9699-4F65-BB93-6DBDF4FC15A7}" srcOrd="6" destOrd="0" presId="urn:microsoft.com/office/officeart/2018/2/layout/IconCircleList"/>
    <dgm:cxn modelId="{0596845D-25A8-9140-B22B-24C40F42B54D}" type="presParOf" srcId="{3EBFDAA8-9699-4F65-BB93-6DBDF4FC15A7}" destId="{5987ACC5-8F1D-439D-BDF9-D9D4AB9119FD}" srcOrd="0" destOrd="0" presId="urn:microsoft.com/office/officeart/2018/2/layout/IconCircleList"/>
    <dgm:cxn modelId="{0DFAB873-43C0-5043-9D81-B206381D7A69}" type="presParOf" srcId="{3EBFDAA8-9699-4F65-BB93-6DBDF4FC15A7}" destId="{183EC0D1-E271-43CD-ABD6-A15F09645163}" srcOrd="1" destOrd="0" presId="urn:microsoft.com/office/officeart/2018/2/layout/IconCircleList"/>
    <dgm:cxn modelId="{27432B9B-37E3-944D-8DE0-BA717C6B24EC}" type="presParOf" srcId="{3EBFDAA8-9699-4F65-BB93-6DBDF4FC15A7}" destId="{02FECDB1-E05C-45DB-B427-D141224ED3CD}" srcOrd="2" destOrd="0" presId="urn:microsoft.com/office/officeart/2018/2/layout/IconCircleList"/>
    <dgm:cxn modelId="{B3B9E42E-75EF-0844-879A-0F5957369DBD}" type="presParOf" srcId="{3EBFDAA8-9699-4F65-BB93-6DBDF4FC15A7}" destId="{A32EE155-C379-4128-BAC9-0E58AF94984D}" srcOrd="3" destOrd="0" presId="urn:microsoft.com/office/officeart/2018/2/layout/IconCircleList"/>
    <dgm:cxn modelId="{769D6BD4-B86A-134E-9B39-F7E18997732A}" type="presParOf" srcId="{06E96B60-BAD4-44D6-9E1B-CE7EEE530560}" destId="{FAA4C59A-EF3E-49A2-8083-68D23AC96D4C}" srcOrd="7" destOrd="0" presId="urn:microsoft.com/office/officeart/2018/2/layout/IconCircleList"/>
    <dgm:cxn modelId="{8871B238-040E-894D-BE87-C2A7F912524C}" type="presParOf" srcId="{06E96B60-BAD4-44D6-9E1B-CE7EEE530560}" destId="{8FC3F4AD-A7F3-4038-B3FF-7C43C791E519}" srcOrd="8" destOrd="0" presId="urn:microsoft.com/office/officeart/2018/2/layout/IconCircleList"/>
    <dgm:cxn modelId="{743D3308-08A0-A043-9262-98A676B3C6DE}" type="presParOf" srcId="{8FC3F4AD-A7F3-4038-B3FF-7C43C791E519}" destId="{F6F341BB-13C0-43FE-90D1-657550AD7E95}" srcOrd="0" destOrd="0" presId="urn:microsoft.com/office/officeart/2018/2/layout/IconCircleList"/>
    <dgm:cxn modelId="{C955004C-D7BE-F240-9E52-03664DECE101}" type="presParOf" srcId="{8FC3F4AD-A7F3-4038-B3FF-7C43C791E519}" destId="{F26091B4-F05E-4BA0-9DDF-2053E5636146}" srcOrd="1" destOrd="0" presId="urn:microsoft.com/office/officeart/2018/2/layout/IconCircleList"/>
    <dgm:cxn modelId="{95B6FE7E-5986-AA4C-8591-791F159ABFEA}" type="presParOf" srcId="{8FC3F4AD-A7F3-4038-B3FF-7C43C791E519}" destId="{C3D3BE79-0107-453C-B42D-6D662B6758C8}" srcOrd="2" destOrd="0" presId="urn:microsoft.com/office/officeart/2018/2/layout/IconCircleList"/>
    <dgm:cxn modelId="{4BBAAE18-E30C-3743-B92F-27D9C4C663ED}" type="presParOf" srcId="{8FC3F4AD-A7F3-4038-B3FF-7C43C791E519}" destId="{EA175391-19FE-4091-A53E-E949BC757779}" srcOrd="3" destOrd="0" presId="urn:microsoft.com/office/officeart/2018/2/layout/IconCircleList"/>
    <dgm:cxn modelId="{A3F40C89-3225-B14E-8048-A45D694BA4D1}" type="presParOf" srcId="{06E96B60-BAD4-44D6-9E1B-CE7EEE530560}" destId="{0CCC77FA-31D3-4338-86C1-DE9454CE01A5}" srcOrd="9" destOrd="0" presId="urn:microsoft.com/office/officeart/2018/2/layout/IconCircleList"/>
    <dgm:cxn modelId="{C809B4FD-B02A-CD42-87D6-13AF6011E19A}" type="presParOf" srcId="{06E96B60-BAD4-44D6-9E1B-CE7EEE530560}" destId="{D6328D79-A36B-45C8-93F1-C45627CCF434}" srcOrd="10" destOrd="0" presId="urn:microsoft.com/office/officeart/2018/2/layout/IconCircleList"/>
    <dgm:cxn modelId="{E70BF47A-37F5-D043-AAAA-436623217D4F}" type="presParOf" srcId="{D6328D79-A36B-45C8-93F1-C45627CCF434}" destId="{6E5AE4CB-DBAD-4FB1-9A47-C14F3F5DD7CD}" srcOrd="0" destOrd="0" presId="urn:microsoft.com/office/officeart/2018/2/layout/IconCircleList"/>
    <dgm:cxn modelId="{FD7238FE-D736-1949-B206-D0ECC846AB17}" type="presParOf" srcId="{D6328D79-A36B-45C8-93F1-C45627CCF434}" destId="{25778BBE-1CD1-4726-AD6F-81CC927053F6}" srcOrd="1" destOrd="0" presId="urn:microsoft.com/office/officeart/2018/2/layout/IconCircleList"/>
    <dgm:cxn modelId="{B90A4A69-3163-304C-BF2A-28D9B5021470}" type="presParOf" srcId="{D6328D79-A36B-45C8-93F1-C45627CCF434}" destId="{E34D3618-57FE-40E1-92DB-E39A2FC58DA0}" srcOrd="2" destOrd="0" presId="urn:microsoft.com/office/officeart/2018/2/layout/IconCircleList"/>
    <dgm:cxn modelId="{2F80E32A-4ED8-4C4F-9EE4-5200CDD44CA9}" type="presParOf" srcId="{D6328D79-A36B-45C8-93F1-C45627CCF434}" destId="{51A5D8FC-8632-4055-8196-1A01E02D4500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40EABFF-97A8-469A-9879-400A010FAFA1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A6F41AA-3B7A-4FBA-9186-100C681850F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0" i="0" cap="none"/>
            <a:t>Contributes data analysis expertise for short- and long-term strategic planning process activities.</a:t>
          </a:r>
          <a:endParaRPr lang="en-US" sz="1400" b="0" cap="none"/>
        </a:p>
      </dgm:t>
    </dgm:pt>
    <dgm:pt modelId="{C196E3DA-1C3E-444E-ACAC-00E90511E359}" type="parTrans" cxnId="{C688462E-F74B-4F7F-B109-2A2CFE8D265D}">
      <dgm:prSet/>
      <dgm:spPr/>
      <dgm:t>
        <a:bodyPr/>
        <a:lstStyle/>
        <a:p>
          <a:endParaRPr lang="en-US" sz="1400"/>
        </a:p>
      </dgm:t>
    </dgm:pt>
    <dgm:pt modelId="{90A0115B-BA02-4B52-94AE-0CB7D76BC338}" type="sibTrans" cxnId="{C688462E-F74B-4F7F-B109-2A2CFE8D265D}">
      <dgm:prSet/>
      <dgm:spPr/>
      <dgm:t>
        <a:bodyPr/>
        <a:lstStyle/>
        <a:p>
          <a:pPr>
            <a:lnSpc>
              <a:spcPct val="100000"/>
            </a:lnSpc>
          </a:pPr>
          <a:endParaRPr lang="en-US" sz="1400"/>
        </a:p>
      </dgm:t>
    </dgm:pt>
    <dgm:pt modelId="{AF5B4DB5-6BCC-4A40-AAE3-4C5CE62F944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0" i="0" cap="none"/>
            <a:t>Complete assigned tasks according to established timeline.</a:t>
          </a:r>
          <a:endParaRPr lang="en-US" sz="1400" cap="none"/>
        </a:p>
      </dgm:t>
    </dgm:pt>
    <dgm:pt modelId="{9B1C1775-ABFD-43B0-8F86-ACFEA5119717}" type="parTrans" cxnId="{6FCB2A3C-F51F-4B0A-94DB-A4B06CD7006F}">
      <dgm:prSet/>
      <dgm:spPr/>
      <dgm:t>
        <a:bodyPr/>
        <a:lstStyle/>
        <a:p>
          <a:endParaRPr lang="en-US" sz="1400"/>
        </a:p>
      </dgm:t>
    </dgm:pt>
    <dgm:pt modelId="{1D2FE460-F041-4009-A418-D3A0B7E33283}" type="sibTrans" cxnId="{6FCB2A3C-F51F-4B0A-94DB-A4B06CD7006F}">
      <dgm:prSet/>
      <dgm:spPr/>
      <dgm:t>
        <a:bodyPr/>
        <a:lstStyle/>
        <a:p>
          <a:pPr>
            <a:lnSpc>
              <a:spcPct val="100000"/>
            </a:lnSpc>
          </a:pPr>
          <a:endParaRPr lang="en-US" sz="1400"/>
        </a:p>
      </dgm:t>
    </dgm:pt>
    <dgm:pt modelId="{401CAB46-A200-4D93-AFE1-F3D9C5C6822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0" i="0" cap="none" dirty="0"/>
            <a:t>Present data insights in weekly and monthly team meetings. </a:t>
          </a:r>
          <a:endParaRPr lang="en-US" sz="1400" cap="none" dirty="0"/>
        </a:p>
      </dgm:t>
    </dgm:pt>
    <dgm:pt modelId="{25334BE7-EA39-4711-8BC5-7E1BD883A1BC}" type="parTrans" cxnId="{9702711B-5327-4C5E-B11D-ECBEB471BFE2}">
      <dgm:prSet/>
      <dgm:spPr/>
      <dgm:t>
        <a:bodyPr/>
        <a:lstStyle/>
        <a:p>
          <a:endParaRPr lang="en-US" sz="1400"/>
        </a:p>
      </dgm:t>
    </dgm:pt>
    <dgm:pt modelId="{AC966FA3-0678-4D64-96BF-8FAFDCF919B0}" type="sibTrans" cxnId="{9702711B-5327-4C5E-B11D-ECBEB471BFE2}">
      <dgm:prSet/>
      <dgm:spPr/>
      <dgm:t>
        <a:bodyPr/>
        <a:lstStyle/>
        <a:p>
          <a:pPr>
            <a:lnSpc>
              <a:spcPct val="100000"/>
            </a:lnSpc>
          </a:pPr>
          <a:endParaRPr lang="en-US" sz="1400"/>
        </a:p>
      </dgm:t>
    </dgm:pt>
    <dgm:pt modelId="{2745E14B-48D2-F741-8288-CB799007BD3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/>
            <a:t>Demonstrate lab experiments </a:t>
          </a:r>
        </a:p>
      </dgm:t>
    </dgm:pt>
    <dgm:pt modelId="{F0FA1250-6D22-154A-BE47-6CEAD5A77B0F}" type="parTrans" cxnId="{4398E351-B1CD-7148-8161-1B38D4E6F5D5}">
      <dgm:prSet/>
      <dgm:spPr/>
      <dgm:t>
        <a:bodyPr/>
        <a:lstStyle/>
        <a:p>
          <a:endParaRPr lang="en-US" sz="1400"/>
        </a:p>
      </dgm:t>
    </dgm:pt>
    <dgm:pt modelId="{2B66C964-DB4C-0243-B5AD-77B4DEE733BD}" type="sibTrans" cxnId="{4398E351-B1CD-7148-8161-1B38D4E6F5D5}">
      <dgm:prSet/>
      <dgm:spPr/>
    </dgm:pt>
    <dgm:pt modelId="{1D831443-D9E0-8E4C-91F2-CEC17CF163C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/>
            <a:t>Conduct lectures to explain concepts. Provide feedback towards enhancing learning </a:t>
          </a:r>
        </a:p>
      </dgm:t>
    </dgm:pt>
    <dgm:pt modelId="{8C1B0ADD-E86A-174C-80E4-7A9B038873CE}" type="parTrans" cxnId="{D22BA3CA-0AD2-7040-A745-B79005ABE349}">
      <dgm:prSet/>
      <dgm:spPr/>
      <dgm:t>
        <a:bodyPr/>
        <a:lstStyle/>
        <a:p>
          <a:endParaRPr lang="en-US" sz="1400"/>
        </a:p>
      </dgm:t>
    </dgm:pt>
    <dgm:pt modelId="{E0F4B863-E80E-4B48-88F2-B02E8D0B7529}" type="sibTrans" cxnId="{D22BA3CA-0AD2-7040-A745-B79005ABE349}">
      <dgm:prSet/>
      <dgm:spPr/>
    </dgm:pt>
    <dgm:pt modelId="{AA3DD970-326F-6045-AF76-B7CC8481545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/>
            <a:t>Answering student queries in person and online</a:t>
          </a:r>
        </a:p>
      </dgm:t>
    </dgm:pt>
    <dgm:pt modelId="{D6580B99-87CB-5144-9449-7CF4415FEE1B}" type="parTrans" cxnId="{647A4F17-8385-9343-BC84-3E066578EBA1}">
      <dgm:prSet/>
      <dgm:spPr/>
      <dgm:t>
        <a:bodyPr/>
        <a:lstStyle/>
        <a:p>
          <a:endParaRPr lang="en-US" sz="1400"/>
        </a:p>
      </dgm:t>
    </dgm:pt>
    <dgm:pt modelId="{6AF4A630-72D3-3044-A18F-4FF80DAAAA5C}" type="sibTrans" cxnId="{647A4F17-8385-9343-BC84-3E066578EBA1}">
      <dgm:prSet/>
      <dgm:spPr/>
      <dgm:t>
        <a:bodyPr/>
        <a:lstStyle/>
        <a:p>
          <a:endParaRPr lang="en-US" sz="1400"/>
        </a:p>
      </dgm:t>
    </dgm:pt>
    <dgm:pt modelId="{BF621C98-C47D-4937-BA1E-A8F56A96D23C}" type="pres">
      <dgm:prSet presAssocID="{340EABFF-97A8-469A-9879-400A010FAFA1}" presName="root" presStyleCnt="0">
        <dgm:presLayoutVars>
          <dgm:dir/>
          <dgm:resizeHandles val="exact"/>
        </dgm:presLayoutVars>
      </dgm:prSet>
      <dgm:spPr/>
    </dgm:pt>
    <dgm:pt modelId="{FE6BB7D1-54B3-4222-B354-B64D711F7C51}" type="pres">
      <dgm:prSet presAssocID="{340EABFF-97A8-469A-9879-400A010FAFA1}" presName="container" presStyleCnt="0">
        <dgm:presLayoutVars>
          <dgm:dir/>
          <dgm:resizeHandles val="exact"/>
        </dgm:presLayoutVars>
      </dgm:prSet>
      <dgm:spPr/>
    </dgm:pt>
    <dgm:pt modelId="{88F36414-C75D-465F-90AD-4BBA429620C9}" type="pres">
      <dgm:prSet presAssocID="{8A6F41AA-3B7A-4FBA-9186-100C681850F7}" presName="compNode" presStyleCnt="0"/>
      <dgm:spPr/>
    </dgm:pt>
    <dgm:pt modelId="{ADEA941A-F754-46DB-87F1-48219975E1FC}" type="pres">
      <dgm:prSet presAssocID="{8A6F41AA-3B7A-4FBA-9186-100C681850F7}" presName="iconBgRect" presStyleLbl="bgShp" presStyleIdx="0" presStyleCnt="6"/>
      <dgm:spPr/>
    </dgm:pt>
    <dgm:pt modelId="{23098F42-8411-45EE-ADA1-10340B4AB532}" type="pres">
      <dgm:prSet presAssocID="{8A6F41AA-3B7A-4FBA-9186-100C681850F7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3709C1EE-7C3A-42FE-B2C4-F302DACEDBCF}" type="pres">
      <dgm:prSet presAssocID="{8A6F41AA-3B7A-4FBA-9186-100C681850F7}" presName="spaceRect" presStyleCnt="0"/>
      <dgm:spPr/>
    </dgm:pt>
    <dgm:pt modelId="{07D5A5E6-C72E-4D41-B8B2-71857B3AE851}" type="pres">
      <dgm:prSet presAssocID="{8A6F41AA-3B7A-4FBA-9186-100C681850F7}" presName="textRect" presStyleLbl="revTx" presStyleIdx="0" presStyleCnt="6">
        <dgm:presLayoutVars>
          <dgm:chMax val="1"/>
          <dgm:chPref val="1"/>
        </dgm:presLayoutVars>
      </dgm:prSet>
      <dgm:spPr/>
    </dgm:pt>
    <dgm:pt modelId="{10938591-8FD3-449C-BD84-24650269EA1C}" type="pres">
      <dgm:prSet presAssocID="{90A0115B-BA02-4B52-94AE-0CB7D76BC338}" presName="sibTrans" presStyleLbl="sibTrans2D1" presStyleIdx="0" presStyleCnt="0"/>
      <dgm:spPr/>
    </dgm:pt>
    <dgm:pt modelId="{11A2E8E1-5EF2-4E1F-BD08-2AC7C90E3174}" type="pres">
      <dgm:prSet presAssocID="{AF5B4DB5-6BCC-4A40-AAE3-4C5CE62F9441}" presName="compNode" presStyleCnt="0"/>
      <dgm:spPr/>
    </dgm:pt>
    <dgm:pt modelId="{B5A17C71-5C18-40F5-8398-EFC3864830C6}" type="pres">
      <dgm:prSet presAssocID="{AF5B4DB5-6BCC-4A40-AAE3-4C5CE62F9441}" presName="iconBgRect" presStyleLbl="bgShp" presStyleIdx="1" presStyleCnt="6"/>
      <dgm:spPr/>
    </dgm:pt>
    <dgm:pt modelId="{F4D329D9-BB97-4161-B975-F3E81D12ADE5}" type="pres">
      <dgm:prSet presAssocID="{AF5B4DB5-6BCC-4A40-AAE3-4C5CE62F9441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4925418A-3F13-4828-9433-8974CC242ED0}" type="pres">
      <dgm:prSet presAssocID="{AF5B4DB5-6BCC-4A40-AAE3-4C5CE62F9441}" presName="spaceRect" presStyleCnt="0"/>
      <dgm:spPr/>
    </dgm:pt>
    <dgm:pt modelId="{9642431B-978A-42AB-BB41-EF565F7240DF}" type="pres">
      <dgm:prSet presAssocID="{AF5B4DB5-6BCC-4A40-AAE3-4C5CE62F9441}" presName="textRect" presStyleLbl="revTx" presStyleIdx="1" presStyleCnt="6">
        <dgm:presLayoutVars>
          <dgm:chMax val="1"/>
          <dgm:chPref val="1"/>
        </dgm:presLayoutVars>
      </dgm:prSet>
      <dgm:spPr/>
    </dgm:pt>
    <dgm:pt modelId="{A7D0BE80-B4BE-4487-9A23-B45D454A4284}" type="pres">
      <dgm:prSet presAssocID="{1D2FE460-F041-4009-A418-D3A0B7E33283}" presName="sibTrans" presStyleLbl="sibTrans2D1" presStyleIdx="0" presStyleCnt="0"/>
      <dgm:spPr/>
    </dgm:pt>
    <dgm:pt modelId="{B5474DB3-AE3F-4D60-875D-E85A4A96FB08}" type="pres">
      <dgm:prSet presAssocID="{401CAB46-A200-4D93-AFE1-F3D9C5C6822E}" presName="compNode" presStyleCnt="0"/>
      <dgm:spPr/>
    </dgm:pt>
    <dgm:pt modelId="{07DE29C3-A8D7-4052-8A30-48B8CBBD5747}" type="pres">
      <dgm:prSet presAssocID="{401CAB46-A200-4D93-AFE1-F3D9C5C6822E}" presName="iconBgRect" presStyleLbl="bgShp" presStyleIdx="2" presStyleCnt="6"/>
      <dgm:spPr/>
    </dgm:pt>
    <dgm:pt modelId="{725E88CB-EAAF-487A-9AF6-21A3A4113027}" type="pres">
      <dgm:prSet presAssocID="{401CAB46-A200-4D93-AFE1-F3D9C5C6822E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751FA31B-F794-4A47-ACFE-BA670EA72DA4}" type="pres">
      <dgm:prSet presAssocID="{401CAB46-A200-4D93-AFE1-F3D9C5C6822E}" presName="spaceRect" presStyleCnt="0"/>
      <dgm:spPr/>
    </dgm:pt>
    <dgm:pt modelId="{04D4E0EE-4E03-4EAD-94CF-4760AB0632CD}" type="pres">
      <dgm:prSet presAssocID="{401CAB46-A200-4D93-AFE1-F3D9C5C6822E}" presName="textRect" presStyleLbl="revTx" presStyleIdx="2" presStyleCnt="6">
        <dgm:presLayoutVars>
          <dgm:chMax val="1"/>
          <dgm:chPref val="1"/>
        </dgm:presLayoutVars>
      </dgm:prSet>
      <dgm:spPr/>
    </dgm:pt>
    <dgm:pt modelId="{EE72E3B4-47C6-42BA-8C99-C2A785009750}" type="pres">
      <dgm:prSet presAssocID="{AC966FA3-0678-4D64-96BF-8FAFDCF919B0}" presName="sibTrans" presStyleLbl="sibTrans2D1" presStyleIdx="0" presStyleCnt="0"/>
      <dgm:spPr/>
    </dgm:pt>
    <dgm:pt modelId="{7ADE0370-AB63-4EB0-B006-1F7C47578467}" type="pres">
      <dgm:prSet presAssocID="{2745E14B-48D2-F741-8288-CB799007BD33}" presName="compNode" presStyleCnt="0"/>
      <dgm:spPr/>
    </dgm:pt>
    <dgm:pt modelId="{096EEAC1-F1F5-4135-B8FB-5CFD97C21701}" type="pres">
      <dgm:prSet presAssocID="{2745E14B-48D2-F741-8288-CB799007BD33}" presName="iconBgRect" presStyleLbl="bgShp" presStyleIdx="3" presStyleCnt="6"/>
      <dgm:spPr/>
    </dgm:pt>
    <dgm:pt modelId="{39CB5CDF-0B72-4D8B-A1C4-B694C1BC4D4F}" type="pres">
      <dgm:prSet presAssocID="{2745E14B-48D2-F741-8288-CB799007BD33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35F766C8-F936-4231-B077-ABB424809E98}" type="pres">
      <dgm:prSet presAssocID="{2745E14B-48D2-F741-8288-CB799007BD33}" presName="spaceRect" presStyleCnt="0"/>
      <dgm:spPr/>
    </dgm:pt>
    <dgm:pt modelId="{87637B52-0B6A-490D-8719-AE95553902BA}" type="pres">
      <dgm:prSet presAssocID="{2745E14B-48D2-F741-8288-CB799007BD33}" presName="textRect" presStyleLbl="revTx" presStyleIdx="3" presStyleCnt="6">
        <dgm:presLayoutVars>
          <dgm:chMax val="1"/>
          <dgm:chPref val="1"/>
        </dgm:presLayoutVars>
      </dgm:prSet>
      <dgm:spPr/>
    </dgm:pt>
    <dgm:pt modelId="{ED9F032C-AF28-4503-A07E-45EA7210CCBC}" type="pres">
      <dgm:prSet presAssocID="{2B66C964-DB4C-0243-B5AD-77B4DEE733BD}" presName="sibTrans" presStyleLbl="sibTrans2D1" presStyleIdx="0" presStyleCnt="0"/>
      <dgm:spPr/>
    </dgm:pt>
    <dgm:pt modelId="{D69FDA5D-2D42-4F5F-83CB-25212CFDFC8F}" type="pres">
      <dgm:prSet presAssocID="{1D831443-D9E0-8E4C-91F2-CEC17CF163CB}" presName="compNode" presStyleCnt="0"/>
      <dgm:spPr/>
    </dgm:pt>
    <dgm:pt modelId="{77C114A2-D37A-4868-87D8-EFAE91DE5F2B}" type="pres">
      <dgm:prSet presAssocID="{1D831443-D9E0-8E4C-91F2-CEC17CF163CB}" presName="iconBgRect" presStyleLbl="bgShp" presStyleIdx="4" presStyleCnt="6"/>
      <dgm:spPr/>
    </dgm:pt>
    <dgm:pt modelId="{3B62AB6F-0F35-48D5-BBC9-BCD6AC35B0D7}" type="pres">
      <dgm:prSet presAssocID="{1D831443-D9E0-8E4C-91F2-CEC17CF163CB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F3C803C4-3CD1-43B6-A979-4D87EB602F18}" type="pres">
      <dgm:prSet presAssocID="{1D831443-D9E0-8E4C-91F2-CEC17CF163CB}" presName="spaceRect" presStyleCnt="0"/>
      <dgm:spPr/>
    </dgm:pt>
    <dgm:pt modelId="{E201FF3B-25D8-419D-8338-D827D1A1CCA2}" type="pres">
      <dgm:prSet presAssocID="{1D831443-D9E0-8E4C-91F2-CEC17CF163CB}" presName="textRect" presStyleLbl="revTx" presStyleIdx="4" presStyleCnt="6">
        <dgm:presLayoutVars>
          <dgm:chMax val="1"/>
          <dgm:chPref val="1"/>
        </dgm:presLayoutVars>
      </dgm:prSet>
      <dgm:spPr/>
    </dgm:pt>
    <dgm:pt modelId="{3E0B8152-4A5E-4A0B-99E6-CF0475D06191}" type="pres">
      <dgm:prSet presAssocID="{E0F4B863-E80E-4B48-88F2-B02E8D0B7529}" presName="sibTrans" presStyleLbl="sibTrans2D1" presStyleIdx="0" presStyleCnt="0"/>
      <dgm:spPr/>
    </dgm:pt>
    <dgm:pt modelId="{AC7B9206-6ECC-4ED4-9D5E-71B4B9A221AB}" type="pres">
      <dgm:prSet presAssocID="{AA3DD970-326F-6045-AF76-B7CC84815452}" presName="compNode" presStyleCnt="0"/>
      <dgm:spPr/>
    </dgm:pt>
    <dgm:pt modelId="{454B6A52-C1B6-4003-BBC1-8C761AB84D83}" type="pres">
      <dgm:prSet presAssocID="{AA3DD970-326F-6045-AF76-B7CC84815452}" presName="iconBgRect" presStyleLbl="bgShp" presStyleIdx="5" presStyleCnt="6"/>
      <dgm:spPr/>
    </dgm:pt>
    <dgm:pt modelId="{9F236D8E-3D62-4C48-BBBD-1E64A7FDAE1A}" type="pres">
      <dgm:prSet presAssocID="{AA3DD970-326F-6045-AF76-B7CC84815452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D78B71DD-02E3-4905-9FA2-2696C4354F8C}" type="pres">
      <dgm:prSet presAssocID="{AA3DD970-326F-6045-AF76-B7CC84815452}" presName="spaceRect" presStyleCnt="0"/>
      <dgm:spPr/>
    </dgm:pt>
    <dgm:pt modelId="{24357D84-29B7-49EA-9C72-06860D39D7BE}" type="pres">
      <dgm:prSet presAssocID="{AA3DD970-326F-6045-AF76-B7CC84815452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BFD1680D-4370-A74A-A6FA-D86BAC63413E}" type="presOf" srcId="{1D2FE460-F041-4009-A418-D3A0B7E33283}" destId="{A7D0BE80-B4BE-4487-9A23-B45D454A4284}" srcOrd="0" destOrd="0" presId="urn:microsoft.com/office/officeart/2018/2/layout/IconCircleList"/>
    <dgm:cxn modelId="{125B7D0D-CB3F-FA40-88C0-184E238FF631}" type="presOf" srcId="{AF5B4DB5-6BCC-4A40-AAE3-4C5CE62F9441}" destId="{9642431B-978A-42AB-BB41-EF565F7240DF}" srcOrd="0" destOrd="0" presId="urn:microsoft.com/office/officeart/2018/2/layout/IconCircleList"/>
    <dgm:cxn modelId="{47D79012-75F5-6545-9C2B-E93B54BE1997}" type="presOf" srcId="{90A0115B-BA02-4B52-94AE-0CB7D76BC338}" destId="{10938591-8FD3-449C-BD84-24650269EA1C}" srcOrd="0" destOrd="0" presId="urn:microsoft.com/office/officeart/2018/2/layout/IconCircleList"/>
    <dgm:cxn modelId="{647A4F17-8385-9343-BC84-3E066578EBA1}" srcId="{340EABFF-97A8-469A-9879-400A010FAFA1}" destId="{AA3DD970-326F-6045-AF76-B7CC84815452}" srcOrd="5" destOrd="0" parTransId="{D6580B99-87CB-5144-9449-7CF4415FEE1B}" sibTransId="{6AF4A630-72D3-3044-A18F-4FF80DAAAA5C}"/>
    <dgm:cxn modelId="{9702711B-5327-4C5E-B11D-ECBEB471BFE2}" srcId="{340EABFF-97A8-469A-9879-400A010FAFA1}" destId="{401CAB46-A200-4D93-AFE1-F3D9C5C6822E}" srcOrd="2" destOrd="0" parTransId="{25334BE7-EA39-4711-8BC5-7E1BD883A1BC}" sibTransId="{AC966FA3-0678-4D64-96BF-8FAFDCF919B0}"/>
    <dgm:cxn modelId="{C688462E-F74B-4F7F-B109-2A2CFE8D265D}" srcId="{340EABFF-97A8-469A-9879-400A010FAFA1}" destId="{8A6F41AA-3B7A-4FBA-9186-100C681850F7}" srcOrd="0" destOrd="0" parTransId="{C196E3DA-1C3E-444E-ACAC-00E90511E359}" sibTransId="{90A0115B-BA02-4B52-94AE-0CB7D76BC338}"/>
    <dgm:cxn modelId="{623C0E32-CE36-1344-AA09-9A4B92B0FCD9}" type="presOf" srcId="{8A6F41AA-3B7A-4FBA-9186-100C681850F7}" destId="{07D5A5E6-C72E-4D41-B8B2-71857B3AE851}" srcOrd="0" destOrd="0" presId="urn:microsoft.com/office/officeart/2018/2/layout/IconCircleList"/>
    <dgm:cxn modelId="{6FCB2A3C-F51F-4B0A-94DB-A4B06CD7006F}" srcId="{340EABFF-97A8-469A-9879-400A010FAFA1}" destId="{AF5B4DB5-6BCC-4A40-AAE3-4C5CE62F9441}" srcOrd="1" destOrd="0" parTransId="{9B1C1775-ABFD-43B0-8F86-ACFEA5119717}" sibTransId="{1D2FE460-F041-4009-A418-D3A0B7E33283}"/>
    <dgm:cxn modelId="{8F9B6B49-D96B-0341-822D-BEAD16E075CE}" type="presOf" srcId="{2B66C964-DB4C-0243-B5AD-77B4DEE733BD}" destId="{ED9F032C-AF28-4503-A07E-45EA7210CCBC}" srcOrd="0" destOrd="0" presId="urn:microsoft.com/office/officeart/2018/2/layout/IconCircleList"/>
    <dgm:cxn modelId="{917CD451-E47F-8C4B-87E6-A8EC7CB3E492}" type="presOf" srcId="{1D831443-D9E0-8E4C-91F2-CEC17CF163CB}" destId="{E201FF3B-25D8-419D-8338-D827D1A1CCA2}" srcOrd="0" destOrd="0" presId="urn:microsoft.com/office/officeart/2018/2/layout/IconCircleList"/>
    <dgm:cxn modelId="{4398E351-B1CD-7148-8161-1B38D4E6F5D5}" srcId="{340EABFF-97A8-469A-9879-400A010FAFA1}" destId="{2745E14B-48D2-F741-8288-CB799007BD33}" srcOrd="3" destOrd="0" parTransId="{F0FA1250-6D22-154A-BE47-6CEAD5A77B0F}" sibTransId="{2B66C964-DB4C-0243-B5AD-77B4DEE733BD}"/>
    <dgm:cxn modelId="{C2CA685E-F528-E24B-A450-0FFFB41F5B0A}" type="presOf" srcId="{340EABFF-97A8-469A-9879-400A010FAFA1}" destId="{BF621C98-C47D-4937-BA1E-A8F56A96D23C}" srcOrd="0" destOrd="0" presId="urn:microsoft.com/office/officeart/2018/2/layout/IconCircleList"/>
    <dgm:cxn modelId="{3BF37A6B-5445-DA45-8254-1C066A6C97A7}" type="presOf" srcId="{E0F4B863-E80E-4B48-88F2-B02E8D0B7529}" destId="{3E0B8152-4A5E-4A0B-99E6-CF0475D06191}" srcOrd="0" destOrd="0" presId="urn:microsoft.com/office/officeart/2018/2/layout/IconCircleList"/>
    <dgm:cxn modelId="{4AE2647A-E9D4-944F-A98F-5D7A18116935}" type="presOf" srcId="{AA3DD970-326F-6045-AF76-B7CC84815452}" destId="{24357D84-29B7-49EA-9C72-06860D39D7BE}" srcOrd="0" destOrd="0" presId="urn:microsoft.com/office/officeart/2018/2/layout/IconCircleList"/>
    <dgm:cxn modelId="{81E59892-2587-4F41-B3DA-B174030579E7}" type="presOf" srcId="{AC966FA3-0678-4D64-96BF-8FAFDCF919B0}" destId="{EE72E3B4-47C6-42BA-8C99-C2A785009750}" srcOrd="0" destOrd="0" presId="urn:microsoft.com/office/officeart/2018/2/layout/IconCircleList"/>
    <dgm:cxn modelId="{FD9F7E9B-0D5C-CC47-BE3A-665A25795D6B}" type="presOf" srcId="{2745E14B-48D2-F741-8288-CB799007BD33}" destId="{87637B52-0B6A-490D-8719-AE95553902BA}" srcOrd="0" destOrd="0" presId="urn:microsoft.com/office/officeart/2018/2/layout/IconCircleList"/>
    <dgm:cxn modelId="{D22BA3CA-0AD2-7040-A745-B79005ABE349}" srcId="{340EABFF-97A8-469A-9879-400A010FAFA1}" destId="{1D831443-D9E0-8E4C-91F2-CEC17CF163CB}" srcOrd="4" destOrd="0" parTransId="{8C1B0ADD-E86A-174C-80E4-7A9B038873CE}" sibTransId="{E0F4B863-E80E-4B48-88F2-B02E8D0B7529}"/>
    <dgm:cxn modelId="{D359C5EA-4DCE-2F4C-83FC-206D6CFE8B68}" type="presOf" srcId="{401CAB46-A200-4D93-AFE1-F3D9C5C6822E}" destId="{04D4E0EE-4E03-4EAD-94CF-4760AB0632CD}" srcOrd="0" destOrd="0" presId="urn:microsoft.com/office/officeart/2018/2/layout/IconCircleList"/>
    <dgm:cxn modelId="{D5C0703A-AAAD-0F40-805D-552B1E5C2195}" type="presParOf" srcId="{BF621C98-C47D-4937-BA1E-A8F56A96D23C}" destId="{FE6BB7D1-54B3-4222-B354-B64D711F7C51}" srcOrd="0" destOrd="0" presId="urn:microsoft.com/office/officeart/2018/2/layout/IconCircleList"/>
    <dgm:cxn modelId="{B2F8DC7B-0215-5646-A083-05896E4DE68D}" type="presParOf" srcId="{FE6BB7D1-54B3-4222-B354-B64D711F7C51}" destId="{88F36414-C75D-465F-90AD-4BBA429620C9}" srcOrd="0" destOrd="0" presId="urn:microsoft.com/office/officeart/2018/2/layout/IconCircleList"/>
    <dgm:cxn modelId="{9254C189-8E0F-C447-B782-D79C45E9D703}" type="presParOf" srcId="{88F36414-C75D-465F-90AD-4BBA429620C9}" destId="{ADEA941A-F754-46DB-87F1-48219975E1FC}" srcOrd="0" destOrd="0" presId="urn:microsoft.com/office/officeart/2018/2/layout/IconCircleList"/>
    <dgm:cxn modelId="{BFC844D0-39F6-6B4F-99AE-B62F19EB92FF}" type="presParOf" srcId="{88F36414-C75D-465F-90AD-4BBA429620C9}" destId="{23098F42-8411-45EE-ADA1-10340B4AB532}" srcOrd="1" destOrd="0" presId="urn:microsoft.com/office/officeart/2018/2/layout/IconCircleList"/>
    <dgm:cxn modelId="{D81D7CFD-1107-1E43-9095-1C620D2F6572}" type="presParOf" srcId="{88F36414-C75D-465F-90AD-4BBA429620C9}" destId="{3709C1EE-7C3A-42FE-B2C4-F302DACEDBCF}" srcOrd="2" destOrd="0" presId="urn:microsoft.com/office/officeart/2018/2/layout/IconCircleList"/>
    <dgm:cxn modelId="{881CA65D-1785-0B4C-89D2-FD0B23FF8970}" type="presParOf" srcId="{88F36414-C75D-465F-90AD-4BBA429620C9}" destId="{07D5A5E6-C72E-4D41-B8B2-71857B3AE851}" srcOrd="3" destOrd="0" presId="urn:microsoft.com/office/officeart/2018/2/layout/IconCircleList"/>
    <dgm:cxn modelId="{51A757C5-C048-184D-ADCB-D0F4D191A687}" type="presParOf" srcId="{FE6BB7D1-54B3-4222-B354-B64D711F7C51}" destId="{10938591-8FD3-449C-BD84-24650269EA1C}" srcOrd="1" destOrd="0" presId="urn:microsoft.com/office/officeart/2018/2/layout/IconCircleList"/>
    <dgm:cxn modelId="{B8031DC6-A738-CB41-8220-EE17A25C5476}" type="presParOf" srcId="{FE6BB7D1-54B3-4222-B354-B64D711F7C51}" destId="{11A2E8E1-5EF2-4E1F-BD08-2AC7C90E3174}" srcOrd="2" destOrd="0" presId="urn:microsoft.com/office/officeart/2018/2/layout/IconCircleList"/>
    <dgm:cxn modelId="{A82D766F-322F-6946-BE17-1ECE24D94835}" type="presParOf" srcId="{11A2E8E1-5EF2-4E1F-BD08-2AC7C90E3174}" destId="{B5A17C71-5C18-40F5-8398-EFC3864830C6}" srcOrd="0" destOrd="0" presId="urn:microsoft.com/office/officeart/2018/2/layout/IconCircleList"/>
    <dgm:cxn modelId="{8756EB50-5C9B-6847-AC67-59543FB3538F}" type="presParOf" srcId="{11A2E8E1-5EF2-4E1F-BD08-2AC7C90E3174}" destId="{F4D329D9-BB97-4161-B975-F3E81D12ADE5}" srcOrd="1" destOrd="0" presId="urn:microsoft.com/office/officeart/2018/2/layout/IconCircleList"/>
    <dgm:cxn modelId="{56AE9E7C-1A80-2E46-A69B-5CD55969AE46}" type="presParOf" srcId="{11A2E8E1-5EF2-4E1F-BD08-2AC7C90E3174}" destId="{4925418A-3F13-4828-9433-8974CC242ED0}" srcOrd="2" destOrd="0" presId="urn:microsoft.com/office/officeart/2018/2/layout/IconCircleList"/>
    <dgm:cxn modelId="{1B86034E-9772-9344-B16D-672872D23B01}" type="presParOf" srcId="{11A2E8E1-5EF2-4E1F-BD08-2AC7C90E3174}" destId="{9642431B-978A-42AB-BB41-EF565F7240DF}" srcOrd="3" destOrd="0" presId="urn:microsoft.com/office/officeart/2018/2/layout/IconCircleList"/>
    <dgm:cxn modelId="{5F402A48-8837-3B41-AE76-7A6ECC061342}" type="presParOf" srcId="{FE6BB7D1-54B3-4222-B354-B64D711F7C51}" destId="{A7D0BE80-B4BE-4487-9A23-B45D454A4284}" srcOrd="3" destOrd="0" presId="urn:microsoft.com/office/officeart/2018/2/layout/IconCircleList"/>
    <dgm:cxn modelId="{209F842D-2BB1-2C45-96EF-C74D58BFAD4C}" type="presParOf" srcId="{FE6BB7D1-54B3-4222-B354-B64D711F7C51}" destId="{B5474DB3-AE3F-4D60-875D-E85A4A96FB08}" srcOrd="4" destOrd="0" presId="urn:microsoft.com/office/officeart/2018/2/layout/IconCircleList"/>
    <dgm:cxn modelId="{31D5C4F5-7B40-E841-B41F-D15270A61C47}" type="presParOf" srcId="{B5474DB3-AE3F-4D60-875D-E85A4A96FB08}" destId="{07DE29C3-A8D7-4052-8A30-48B8CBBD5747}" srcOrd="0" destOrd="0" presId="urn:microsoft.com/office/officeart/2018/2/layout/IconCircleList"/>
    <dgm:cxn modelId="{B882C898-C470-7E45-A45B-9EB764469BC1}" type="presParOf" srcId="{B5474DB3-AE3F-4D60-875D-E85A4A96FB08}" destId="{725E88CB-EAAF-487A-9AF6-21A3A4113027}" srcOrd="1" destOrd="0" presId="urn:microsoft.com/office/officeart/2018/2/layout/IconCircleList"/>
    <dgm:cxn modelId="{F6FF8C60-4926-E044-B21D-54801D400479}" type="presParOf" srcId="{B5474DB3-AE3F-4D60-875D-E85A4A96FB08}" destId="{751FA31B-F794-4A47-ACFE-BA670EA72DA4}" srcOrd="2" destOrd="0" presId="urn:microsoft.com/office/officeart/2018/2/layout/IconCircleList"/>
    <dgm:cxn modelId="{B8B62423-7081-F94D-9B72-3685590366E1}" type="presParOf" srcId="{B5474DB3-AE3F-4D60-875D-E85A4A96FB08}" destId="{04D4E0EE-4E03-4EAD-94CF-4760AB0632CD}" srcOrd="3" destOrd="0" presId="urn:microsoft.com/office/officeart/2018/2/layout/IconCircleList"/>
    <dgm:cxn modelId="{FA3CB4AF-1D64-2D44-935F-5864AE956600}" type="presParOf" srcId="{FE6BB7D1-54B3-4222-B354-B64D711F7C51}" destId="{EE72E3B4-47C6-42BA-8C99-C2A785009750}" srcOrd="5" destOrd="0" presId="urn:microsoft.com/office/officeart/2018/2/layout/IconCircleList"/>
    <dgm:cxn modelId="{9E1CA9FF-FD73-ED46-8552-B8554AF07300}" type="presParOf" srcId="{FE6BB7D1-54B3-4222-B354-B64D711F7C51}" destId="{7ADE0370-AB63-4EB0-B006-1F7C47578467}" srcOrd="6" destOrd="0" presId="urn:microsoft.com/office/officeart/2018/2/layout/IconCircleList"/>
    <dgm:cxn modelId="{04C00A49-4A46-E444-B7FE-C071BC6DA044}" type="presParOf" srcId="{7ADE0370-AB63-4EB0-B006-1F7C47578467}" destId="{096EEAC1-F1F5-4135-B8FB-5CFD97C21701}" srcOrd="0" destOrd="0" presId="urn:microsoft.com/office/officeart/2018/2/layout/IconCircleList"/>
    <dgm:cxn modelId="{D7570471-397D-AC44-AFCD-750C15FD3538}" type="presParOf" srcId="{7ADE0370-AB63-4EB0-B006-1F7C47578467}" destId="{39CB5CDF-0B72-4D8B-A1C4-B694C1BC4D4F}" srcOrd="1" destOrd="0" presId="urn:microsoft.com/office/officeart/2018/2/layout/IconCircleList"/>
    <dgm:cxn modelId="{156B3C7E-2037-9F46-BE69-C0EC3714E549}" type="presParOf" srcId="{7ADE0370-AB63-4EB0-B006-1F7C47578467}" destId="{35F766C8-F936-4231-B077-ABB424809E98}" srcOrd="2" destOrd="0" presId="urn:microsoft.com/office/officeart/2018/2/layout/IconCircleList"/>
    <dgm:cxn modelId="{431BB222-987A-F343-A920-3EE10B7CD94B}" type="presParOf" srcId="{7ADE0370-AB63-4EB0-B006-1F7C47578467}" destId="{87637B52-0B6A-490D-8719-AE95553902BA}" srcOrd="3" destOrd="0" presId="urn:microsoft.com/office/officeart/2018/2/layout/IconCircleList"/>
    <dgm:cxn modelId="{AE610D43-D113-C946-88B3-D805A11291DC}" type="presParOf" srcId="{FE6BB7D1-54B3-4222-B354-B64D711F7C51}" destId="{ED9F032C-AF28-4503-A07E-45EA7210CCBC}" srcOrd="7" destOrd="0" presId="urn:microsoft.com/office/officeart/2018/2/layout/IconCircleList"/>
    <dgm:cxn modelId="{33EB6481-F87B-C64A-8476-78A8D3D7C2D4}" type="presParOf" srcId="{FE6BB7D1-54B3-4222-B354-B64D711F7C51}" destId="{D69FDA5D-2D42-4F5F-83CB-25212CFDFC8F}" srcOrd="8" destOrd="0" presId="urn:microsoft.com/office/officeart/2018/2/layout/IconCircleList"/>
    <dgm:cxn modelId="{296CCF22-7853-DA4B-9250-004F77362FD1}" type="presParOf" srcId="{D69FDA5D-2D42-4F5F-83CB-25212CFDFC8F}" destId="{77C114A2-D37A-4868-87D8-EFAE91DE5F2B}" srcOrd="0" destOrd="0" presId="urn:microsoft.com/office/officeart/2018/2/layout/IconCircleList"/>
    <dgm:cxn modelId="{105FE3B1-ED18-FE40-9522-1F44A8DB1FB4}" type="presParOf" srcId="{D69FDA5D-2D42-4F5F-83CB-25212CFDFC8F}" destId="{3B62AB6F-0F35-48D5-BBC9-BCD6AC35B0D7}" srcOrd="1" destOrd="0" presId="urn:microsoft.com/office/officeart/2018/2/layout/IconCircleList"/>
    <dgm:cxn modelId="{93C42E70-D27B-FC4B-8EA8-B5D1DE97A5BB}" type="presParOf" srcId="{D69FDA5D-2D42-4F5F-83CB-25212CFDFC8F}" destId="{F3C803C4-3CD1-43B6-A979-4D87EB602F18}" srcOrd="2" destOrd="0" presId="urn:microsoft.com/office/officeart/2018/2/layout/IconCircleList"/>
    <dgm:cxn modelId="{995B4CBB-C928-474F-9726-15143A2E5EEE}" type="presParOf" srcId="{D69FDA5D-2D42-4F5F-83CB-25212CFDFC8F}" destId="{E201FF3B-25D8-419D-8338-D827D1A1CCA2}" srcOrd="3" destOrd="0" presId="urn:microsoft.com/office/officeart/2018/2/layout/IconCircleList"/>
    <dgm:cxn modelId="{A06966FA-797F-0649-AFAC-8B4B6CA6FF60}" type="presParOf" srcId="{FE6BB7D1-54B3-4222-B354-B64D711F7C51}" destId="{3E0B8152-4A5E-4A0B-99E6-CF0475D06191}" srcOrd="9" destOrd="0" presId="urn:microsoft.com/office/officeart/2018/2/layout/IconCircleList"/>
    <dgm:cxn modelId="{79B56D92-D1D5-8C4B-9A42-69609FFD770E}" type="presParOf" srcId="{FE6BB7D1-54B3-4222-B354-B64D711F7C51}" destId="{AC7B9206-6ECC-4ED4-9D5E-71B4B9A221AB}" srcOrd="10" destOrd="0" presId="urn:microsoft.com/office/officeart/2018/2/layout/IconCircleList"/>
    <dgm:cxn modelId="{91BCA584-1490-9049-8395-1BFE8CD4D0B9}" type="presParOf" srcId="{AC7B9206-6ECC-4ED4-9D5E-71B4B9A221AB}" destId="{454B6A52-C1B6-4003-BBC1-8C761AB84D83}" srcOrd="0" destOrd="0" presId="urn:microsoft.com/office/officeart/2018/2/layout/IconCircleList"/>
    <dgm:cxn modelId="{A1C5411C-235E-6441-B190-EA1512845762}" type="presParOf" srcId="{AC7B9206-6ECC-4ED4-9D5E-71B4B9A221AB}" destId="{9F236D8E-3D62-4C48-BBBD-1E64A7FDAE1A}" srcOrd="1" destOrd="0" presId="urn:microsoft.com/office/officeart/2018/2/layout/IconCircleList"/>
    <dgm:cxn modelId="{AF74CABB-06D1-BC4A-A3FA-AE4252E8437A}" type="presParOf" srcId="{AC7B9206-6ECC-4ED4-9D5E-71B4B9A221AB}" destId="{D78B71DD-02E3-4905-9FA2-2696C4354F8C}" srcOrd="2" destOrd="0" presId="urn:microsoft.com/office/officeart/2018/2/layout/IconCircleList"/>
    <dgm:cxn modelId="{9BF8A40F-8464-0F49-9D3E-F4124E79D22C}" type="presParOf" srcId="{AC7B9206-6ECC-4ED4-9D5E-71B4B9A221AB}" destId="{24357D84-29B7-49EA-9C72-06860D39D7BE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B91CD0B-3D7E-4037-890C-5B5419B3C440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CCAF61D-0385-4DC1-B18D-56B080185606}">
      <dgm:prSet/>
      <dgm:spPr/>
      <dgm:t>
        <a:bodyPr/>
        <a:lstStyle/>
        <a:p>
          <a:r>
            <a:rPr lang="en-US" b="1" i="0" dirty="0"/>
            <a:t>Aim: </a:t>
          </a:r>
          <a:r>
            <a:rPr lang="en-US" b="0" i="0" dirty="0"/>
            <a:t>Impact of mutations in the FACT complex on transcription.</a:t>
          </a:r>
          <a:endParaRPr lang="en-US" dirty="0"/>
        </a:p>
      </dgm:t>
    </dgm:pt>
    <dgm:pt modelId="{8794CBEF-FD66-42F8-85D3-F247C23A73B7}" type="parTrans" cxnId="{5E01C4DB-F6BD-454F-BD33-58FC9A961B6B}">
      <dgm:prSet/>
      <dgm:spPr/>
      <dgm:t>
        <a:bodyPr/>
        <a:lstStyle/>
        <a:p>
          <a:endParaRPr lang="en-US"/>
        </a:p>
      </dgm:t>
    </dgm:pt>
    <dgm:pt modelId="{864BE3C5-1D05-4A3E-B42C-E2D000846FE8}" type="sibTrans" cxnId="{5E01C4DB-F6BD-454F-BD33-58FC9A961B6B}">
      <dgm:prSet/>
      <dgm:spPr/>
      <dgm:t>
        <a:bodyPr/>
        <a:lstStyle/>
        <a:p>
          <a:endParaRPr lang="en-US"/>
        </a:p>
      </dgm:t>
    </dgm:pt>
    <dgm:pt modelId="{4E8FC8A7-C91C-4866-A0F3-6CEF793A5AE2}">
      <dgm:prSet/>
      <dgm:spPr/>
      <dgm:t>
        <a:bodyPr/>
        <a:lstStyle/>
        <a:p>
          <a:r>
            <a:rPr lang="en-US" b="1" i="0" dirty="0"/>
            <a:t>Summary</a:t>
          </a:r>
          <a:r>
            <a:rPr lang="en-US" b="0" i="0" dirty="0"/>
            <a:t>: Roles of FACT CTRs in regulating chromatin structure and transcription were investigated using chromatin immunoprecipitation (</a:t>
          </a:r>
          <a:r>
            <a:rPr lang="en-US" b="0" i="0" dirty="0" err="1"/>
            <a:t>ChIP</a:t>
          </a:r>
          <a:r>
            <a:rPr lang="en-US" b="0" i="0" dirty="0"/>
            <a:t>) followed by DNA sequencing (</a:t>
          </a:r>
          <a:r>
            <a:rPr lang="en-US" b="0" i="0" dirty="0" err="1"/>
            <a:t>ChIP</a:t>
          </a:r>
          <a:r>
            <a:rPr lang="en-US" b="0" i="0" dirty="0"/>
            <a:t>-seq).</a:t>
          </a:r>
          <a:endParaRPr lang="en-US" dirty="0"/>
        </a:p>
      </dgm:t>
    </dgm:pt>
    <dgm:pt modelId="{1AE8B553-B74D-4CB0-83D3-40838F6D325E}" type="parTrans" cxnId="{726B903C-6232-42E9-A14C-099BDC3B84BC}">
      <dgm:prSet/>
      <dgm:spPr/>
      <dgm:t>
        <a:bodyPr/>
        <a:lstStyle/>
        <a:p>
          <a:endParaRPr lang="en-US"/>
        </a:p>
      </dgm:t>
    </dgm:pt>
    <dgm:pt modelId="{B9DBDA35-B606-42CF-847C-6F7CEC580508}" type="sibTrans" cxnId="{726B903C-6232-42E9-A14C-099BDC3B84BC}">
      <dgm:prSet/>
      <dgm:spPr/>
      <dgm:t>
        <a:bodyPr/>
        <a:lstStyle/>
        <a:p>
          <a:endParaRPr lang="en-US"/>
        </a:p>
      </dgm:t>
    </dgm:pt>
    <dgm:pt modelId="{BE7ED799-AF47-4F4F-8711-C02E089F24CB}">
      <dgm:prSet/>
      <dgm:spPr/>
      <dgm:t>
        <a:bodyPr/>
        <a:lstStyle/>
        <a:p>
          <a:r>
            <a:rPr lang="en-US" b="1" i="0" dirty="0"/>
            <a:t>Methods: </a:t>
          </a:r>
          <a:r>
            <a:rPr lang="en-US" b="0" i="0" dirty="0"/>
            <a:t>PCR, Western Blot, RNA Purification, </a:t>
          </a:r>
          <a:r>
            <a:rPr lang="en-US" b="0" i="0" dirty="0" err="1"/>
            <a:t>ChIP</a:t>
          </a:r>
          <a:r>
            <a:rPr lang="en-US" b="0" i="0" dirty="0"/>
            <a:t>-seq, DNA electrophoresis, Cell culture. </a:t>
          </a:r>
          <a:endParaRPr lang="en-US" dirty="0"/>
        </a:p>
      </dgm:t>
    </dgm:pt>
    <dgm:pt modelId="{C775B357-AFA3-4A3F-B460-FA744D281CA4}" type="parTrans" cxnId="{B9277761-4F2D-497D-A736-DEDAC7A28345}">
      <dgm:prSet/>
      <dgm:spPr/>
      <dgm:t>
        <a:bodyPr/>
        <a:lstStyle/>
        <a:p>
          <a:endParaRPr lang="en-US"/>
        </a:p>
      </dgm:t>
    </dgm:pt>
    <dgm:pt modelId="{C441E31F-D0E8-42EA-9194-FE38E2AA3902}" type="sibTrans" cxnId="{B9277761-4F2D-497D-A736-DEDAC7A28345}">
      <dgm:prSet/>
      <dgm:spPr/>
      <dgm:t>
        <a:bodyPr/>
        <a:lstStyle/>
        <a:p>
          <a:endParaRPr lang="en-US"/>
        </a:p>
      </dgm:t>
    </dgm:pt>
    <dgm:pt modelId="{8143B679-3142-4192-A421-EE167CF3D7D8}">
      <dgm:prSet/>
      <dgm:spPr/>
      <dgm:t>
        <a:bodyPr/>
        <a:lstStyle/>
        <a:p>
          <a:r>
            <a:rPr lang="en-US" b="1" i="0" dirty="0"/>
            <a:t>Results: </a:t>
          </a:r>
          <a:r>
            <a:rPr lang="en-US" b="0" i="0" dirty="0"/>
            <a:t>CTR mutants showed increased histone occupancies in promoters, NDRs, and 5’ ends of the CDSs. </a:t>
          </a:r>
          <a:r>
            <a:rPr lang="en-US" b="0" i="1" dirty="0"/>
            <a:t>In vivo </a:t>
          </a:r>
          <a:r>
            <a:rPr lang="en-US" b="0" i="0" dirty="0"/>
            <a:t>evidence for FACT in disassembling nucleosomes.</a:t>
          </a:r>
          <a:endParaRPr lang="en-US" dirty="0"/>
        </a:p>
      </dgm:t>
    </dgm:pt>
    <dgm:pt modelId="{CF35D873-132C-4DAC-AED1-946293BCB44C}" type="parTrans" cxnId="{DCB71910-BD1C-41FF-B629-4804AF297545}">
      <dgm:prSet/>
      <dgm:spPr/>
      <dgm:t>
        <a:bodyPr/>
        <a:lstStyle/>
        <a:p>
          <a:endParaRPr lang="en-US"/>
        </a:p>
      </dgm:t>
    </dgm:pt>
    <dgm:pt modelId="{4905854B-80B8-436B-A8A7-55CD6F92DCBC}" type="sibTrans" cxnId="{DCB71910-BD1C-41FF-B629-4804AF297545}">
      <dgm:prSet/>
      <dgm:spPr/>
      <dgm:t>
        <a:bodyPr/>
        <a:lstStyle/>
        <a:p>
          <a:endParaRPr lang="en-US"/>
        </a:p>
      </dgm:t>
    </dgm:pt>
    <dgm:pt modelId="{06ACBC60-F6F7-5D4D-98C9-75C1B7476FEB}" type="pres">
      <dgm:prSet presAssocID="{3B91CD0B-3D7E-4037-890C-5B5419B3C440}" presName="vert0" presStyleCnt="0">
        <dgm:presLayoutVars>
          <dgm:dir/>
          <dgm:animOne val="branch"/>
          <dgm:animLvl val="lvl"/>
        </dgm:presLayoutVars>
      </dgm:prSet>
      <dgm:spPr/>
    </dgm:pt>
    <dgm:pt modelId="{9D7E3905-2CE6-2346-AF4E-8F340FE0BA51}" type="pres">
      <dgm:prSet presAssocID="{5CCAF61D-0385-4DC1-B18D-56B080185606}" presName="thickLine" presStyleLbl="alignNode1" presStyleIdx="0" presStyleCnt="4"/>
      <dgm:spPr/>
    </dgm:pt>
    <dgm:pt modelId="{8A08CEB7-BD58-474D-903B-FFE6FA9D3282}" type="pres">
      <dgm:prSet presAssocID="{5CCAF61D-0385-4DC1-B18D-56B080185606}" presName="horz1" presStyleCnt="0"/>
      <dgm:spPr/>
    </dgm:pt>
    <dgm:pt modelId="{A29FA97D-B7E1-8B4E-B2EA-E2715C115024}" type="pres">
      <dgm:prSet presAssocID="{5CCAF61D-0385-4DC1-B18D-56B080185606}" presName="tx1" presStyleLbl="revTx" presStyleIdx="0" presStyleCnt="4"/>
      <dgm:spPr/>
    </dgm:pt>
    <dgm:pt modelId="{B835396B-65D0-D248-9FE6-E4DA5FDFB25E}" type="pres">
      <dgm:prSet presAssocID="{5CCAF61D-0385-4DC1-B18D-56B080185606}" presName="vert1" presStyleCnt="0"/>
      <dgm:spPr/>
    </dgm:pt>
    <dgm:pt modelId="{8C3AD395-5615-394F-AC0B-332291FE7505}" type="pres">
      <dgm:prSet presAssocID="{4E8FC8A7-C91C-4866-A0F3-6CEF793A5AE2}" presName="thickLine" presStyleLbl="alignNode1" presStyleIdx="1" presStyleCnt="4"/>
      <dgm:spPr/>
    </dgm:pt>
    <dgm:pt modelId="{3A2648A0-7E65-9B47-B253-9B254C7F077D}" type="pres">
      <dgm:prSet presAssocID="{4E8FC8A7-C91C-4866-A0F3-6CEF793A5AE2}" presName="horz1" presStyleCnt="0"/>
      <dgm:spPr/>
    </dgm:pt>
    <dgm:pt modelId="{8CC69946-2FE0-4847-B219-F9613A7413E1}" type="pres">
      <dgm:prSet presAssocID="{4E8FC8A7-C91C-4866-A0F3-6CEF793A5AE2}" presName="tx1" presStyleLbl="revTx" presStyleIdx="1" presStyleCnt="4"/>
      <dgm:spPr/>
    </dgm:pt>
    <dgm:pt modelId="{919FC624-F47E-F74E-97B8-CF0A6D8BB56E}" type="pres">
      <dgm:prSet presAssocID="{4E8FC8A7-C91C-4866-A0F3-6CEF793A5AE2}" presName="vert1" presStyleCnt="0"/>
      <dgm:spPr/>
    </dgm:pt>
    <dgm:pt modelId="{E1194EB6-83F3-6F49-85E8-C7493A297563}" type="pres">
      <dgm:prSet presAssocID="{BE7ED799-AF47-4F4F-8711-C02E089F24CB}" presName="thickLine" presStyleLbl="alignNode1" presStyleIdx="2" presStyleCnt="4"/>
      <dgm:spPr/>
    </dgm:pt>
    <dgm:pt modelId="{CDF860EF-AA4B-1E47-BDDB-832467389F13}" type="pres">
      <dgm:prSet presAssocID="{BE7ED799-AF47-4F4F-8711-C02E089F24CB}" presName="horz1" presStyleCnt="0"/>
      <dgm:spPr/>
    </dgm:pt>
    <dgm:pt modelId="{A0C8EC94-19FD-2849-B8B3-5E1C9577D170}" type="pres">
      <dgm:prSet presAssocID="{BE7ED799-AF47-4F4F-8711-C02E089F24CB}" presName="tx1" presStyleLbl="revTx" presStyleIdx="2" presStyleCnt="4"/>
      <dgm:spPr/>
    </dgm:pt>
    <dgm:pt modelId="{97D5E730-EE08-6F41-B025-21463629D5BF}" type="pres">
      <dgm:prSet presAssocID="{BE7ED799-AF47-4F4F-8711-C02E089F24CB}" presName="vert1" presStyleCnt="0"/>
      <dgm:spPr/>
    </dgm:pt>
    <dgm:pt modelId="{291ADCAB-0777-6543-9A2F-42F72A06C599}" type="pres">
      <dgm:prSet presAssocID="{8143B679-3142-4192-A421-EE167CF3D7D8}" presName="thickLine" presStyleLbl="alignNode1" presStyleIdx="3" presStyleCnt="4"/>
      <dgm:spPr/>
    </dgm:pt>
    <dgm:pt modelId="{49BA1A1D-19F5-A247-81BA-29BED8D56E64}" type="pres">
      <dgm:prSet presAssocID="{8143B679-3142-4192-A421-EE167CF3D7D8}" presName="horz1" presStyleCnt="0"/>
      <dgm:spPr/>
    </dgm:pt>
    <dgm:pt modelId="{671296C4-E878-4144-9545-B779F781EE59}" type="pres">
      <dgm:prSet presAssocID="{8143B679-3142-4192-A421-EE167CF3D7D8}" presName="tx1" presStyleLbl="revTx" presStyleIdx="3" presStyleCnt="4"/>
      <dgm:spPr/>
    </dgm:pt>
    <dgm:pt modelId="{46F31D41-AC0E-9948-B8FE-DE83C6861343}" type="pres">
      <dgm:prSet presAssocID="{8143B679-3142-4192-A421-EE167CF3D7D8}" presName="vert1" presStyleCnt="0"/>
      <dgm:spPr/>
    </dgm:pt>
  </dgm:ptLst>
  <dgm:cxnLst>
    <dgm:cxn modelId="{DCB71910-BD1C-41FF-B629-4804AF297545}" srcId="{3B91CD0B-3D7E-4037-890C-5B5419B3C440}" destId="{8143B679-3142-4192-A421-EE167CF3D7D8}" srcOrd="3" destOrd="0" parTransId="{CF35D873-132C-4DAC-AED1-946293BCB44C}" sibTransId="{4905854B-80B8-436B-A8A7-55CD6F92DCBC}"/>
    <dgm:cxn modelId="{726B903C-6232-42E9-A14C-099BDC3B84BC}" srcId="{3B91CD0B-3D7E-4037-890C-5B5419B3C440}" destId="{4E8FC8A7-C91C-4866-A0F3-6CEF793A5AE2}" srcOrd="1" destOrd="0" parTransId="{1AE8B553-B74D-4CB0-83D3-40838F6D325E}" sibTransId="{B9DBDA35-B606-42CF-847C-6F7CEC580508}"/>
    <dgm:cxn modelId="{B9277761-4F2D-497D-A736-DEDAC7A28345}" srcId="{3B91CD0B-3D7E-4037-890C-5B5419B3C440}" destId="{BE7ED799-AF47-4F4F-8711-C02E089F24CB}" srcOrd="2" destOrd="0" parTransId="{C775B357-AFA3-4A3F-B460-FA744D281CA4}" sibTransId="{C441E31F-D0E8-42EA-9194-FE38E2AA3902}"/>
    <dgm:cxn modelId="{E755C8A5-D2F1-984F-AA84-CFC0E52D38CA}" type="presOf" srcId="{BE7ED799-AF47-4F4F-8711-C02E089F24CB}" destId="{A0C8EC94-19FD-2849-B8B3-5E1C9577D170}" srcOrd="0" destOrd="0" presId="urn:microsoft.com/office/officeart/2008/layout/LinedList"/>
    <dgm:cxn modelId="{5CA420AA-C82C-FF45-A3BA-C467BA7D1771}" type="presOf" srcId="{3B91CD0B-3D7E-4037-890C-5B5419B3C440}" destId="{06ACBC60-F6F7-5D4D-98C9-75C1B7476FEB}" srcOrd="0" destOrd="0" presId="urn:microsoft.com/office/officeart/2008/layout/LinedList"/>
    <dgm:cxn modelId="{C24043AE-1C5F-EE43-BCAE-729FF7462C59}" type="presOf" srcId="{8143B679-3142-4192-A421-EE167CF3D7D8}" destId="{671296C4-E878-4144-9545-B779F781EE59}" srcOrd="0" destOrd="0" presId="urn:microsoft.com/office/officeart/2008/layout/LinedList"/>
    <dgm:cxn modelId="{5E01C4DB-F6BD-454F-BD33-58FC9A961B6B}" srcId="{3B91CD0B-3D7E-4037-890C-5B5419B3C440}" destId="{5CCAF61D-0385-4DC1-B18D-56B080185606}" srcOrd="0" destOrd="0" parTransId="{8794CBEF-FD66-42F8-85D3-F247C23A73B7}" sibTransId="{864BE3C5-1D05-4A3E-B42C-E2D000846FE8}"/>
    <dgm:cxn modelId="{581526E7-AD18-9D4F-BDC2-3B509C8FADD3}" type="presOf" srcId="{5CCAF61D-0385-4DC1-B18D-56B080185606}" destId="{A29FA97D-B7E1-8B4E-B2EA-E2715C115024}" srcOrd="0" destOrd="0" presId="urn:microsoft.com/office/officeart/2008/layout/LinedList"/>
    <dgm:cxn modelId="{709D00F1-38C5-B24D-98E5-CC4F0D2EB30B}" type="presOf" srcId="{4E8FC8A7-C91C-4866-A0F3-6CEF793A5AE2}" destId="{8CC69946-2FE0-4847-B219-F9613A7413E1}" srcOrd="0" destOrd="0" presId="urn:microsoft.com/office/officeart/2008/layout/LinedList"/>
    <dgm:cxn modelId="{FB9998AA-E06F-5349-B87C-5EDEB45CE18B}" type="presParOf" srcId="{06ACBC60-F6F7-5D4D-98C9-75C1B7476FEB}" destId="{9D7E3905-2CE6-2346-AF4E-8F340FE0BA51}" srcOrd="0" destOrd="0" presId="urn:microsoft.com/office/officeart/2008/layout/LinedList"/>
    <dgm:cxn modelId="{61C025A2-0A08-2B40-A889-89863748C685}" type="presParOf" srcId="{06ACBC60-F6F7-5D4D-98C9-75C1B7476FEB}" destId="{8A08CEB7-BD58-474D-903B-FFE6FA9D3282}" srcOrd="1" destOrd="0" presId="urn:microsoft.com/office/officeart/2008/layout/LinedList"/>
    <dgm:cxn modelId="{4A73A034-F149-CA4E-9CDB-4ECED4F68D1D}" type="presParOf" srcId="{8A08CEB7-BD58-474D-903B-FFE6FA9D3282}" destId="{A29FA97D-B7E1-8B4E-B2EA-E2715C115024}" srcOrd="0" destOrd="0" presId="urn:microsoft.com/office/officeart/2008/layout/LinedList"/>
    <dgm:cxn modelId="{AF476EDF-4AFF-6345-A5CB-7DAF45754D1F}" type="presParOf" srcId="{8A08CEB7-BD58-474D-903B-FFE6FA9D3282}" destId="{B835396B-65D0-D248-9FE6-E4DA5FDFB25E}" srcOrd="1" destOrd="0" presId="urn:microsoft.com/office/officeart/2008/layout/LinedList"/>
    <dgm:cxn modelId="{1F1636E5-C0DC-E14A-A9E9-F520CA4801BE}" type="presParOf" srcId="{06ACBC60-F6F7-5D4D-98C9-75C1B7476FEB}" destId="{8C3AD395-5615-394F-AC0B-332291FE7505}" srcOrd="2" destOrd="0" presId="urn:microsoft.com/office/officeart/2008/layout/LinedList"/>
    <dgm:cxn modelId="{962C6021-3FF2-3A4A-A302-020D9815D873}" type="presParOf" srcId="{06ACBC60-F6F7-5D4D-98C9-75C1B7476FEB}" destId="{3A2648A0-7E65-9B47-B253-9B254C7F077D}" srcOrd="3" destOrd="0" presId="urn:microsoft.com/office/officeart/2008/layout/LinedList"/>
    <dgm:cxn modelId="{FA5D23A5-3781-704B-A465-CD98FC920E33}" type="presParOf" srcId="{3A2648A0-7E65-9B47-B253-9B254C7F077D}" destId="{8CC69946-2FE0-4847-B219-F9613A7413E1}" srcOrd="0" destOrd="0" presId="urn:microsoft.com/office/officeart/2008/layout/LinedList"/>
    <dgm:cxn modelId="{77911288-7D27-394C-A0B2-FCC5E496B055}" type="presParOf" srcId="{3A2648A0-7E65-9B47-B253-9B254C7F077D}" destId="{919FC624-F47E-F74E-97B8-CF0A6D8BB56E}" srcOrd="1" destOrd="0" presId="urn:microsoft.com/office/officeart/2008/layout/LinedList"/>
    <dgm:cxn modelId="{4A335C31-A367-D346-8606-CB300D545A4E}" type="presParOf" srcId="{06ACBC60-F6F7-5D4D-98C9-75C1B7476FEB}" destId="{E1194EB6-83F3-6F49-85E8-C7493A297563}" srcOrd="4" destOrd="0" presId="urn:microsoft.com/office/officeart/2008/layout/LinedList"/>
    <dgm:cxn modelId="{0FCC9A30-8F48-AA4A-9B86-968AC5D07CDE}" type="presParOf" srcId="{06ACBC60-F6F7-5D4D-98C9-75C1B7476FEB}" destId="{CDF860EF-AA4B-1E47-BDDB-832467389F13}" srcOrd="5" destOrd="0" presId="urn:microsoft.com/office/officeart/2008/layout/LinedList"/>
    <dgm:cxn modelId="{B69BA756-7F9A-A243-B7B0-D66B5E473FD2}" type="presParOf" srcId="{CDF860EF-AA4B-1E47-BDDB-832467389F13}" destId="{A0C8EC94-19FD-2849-B8B3-5E1C9577D170}" srcOrd="0" destOrd="0" presId="urn:microsoft.com/office/officeart/2008/layout/LinedList"/>
    <dgm:cxn modelId="{9753BCB5-DB80-4C44-8385-55ED22DF9783}" type="presParOf" srcId="{CDF860EF-AA4B-1E47-BDDB-832467389F13}" destId="{97D5E730-EE08-6F41-B025-21463629D5BF}" srcOrd="1" destOrd="0" presId="urn:microsoft.com/office/officeart/2008/layout/LinedList"/>
    <dgm:cxn modelId="{CE0520A7-47DE-524E-8DE6-5891598DC7F3}" type="presParOf" srcId="{06ACBC60-F6F7-5D4D-98C9-75C1B7476FEB}" destId="{291ADCAB-0777-6543-9A2F-42F72A06C599}" srcOrd="6" destOrd="0" presId="urn:microsoft.com/office/officeart/2008/layout/LinedList"/>
    <dgm:cxn modelId="{411E6FD8-B65A-BD45-BEF0-4B39635D3A5E}" type="presParOf" srcId="{06ACBC60-F6F7-5D4D-98C9-75C1B7476FEB}" destId="{49BA1A1D-19F5-A247-81BA-29BED8D56E64}" srcOrd="7" destOrd="0" presId="urn:microsoft.com/office/officeart/2008/layout/LinedList"/>
    <dgm:cxn modelId="{CE56AD24-7284-0F4E-8A38-49C39186E632}" type="presParOf" srcId="{49BA1A1D-19F5-A247-81BA-29BED8D56E64}" destId="{671296C4-E878-4144-9545-B779F781EE59}" srcOrd="0" destOrd="0" presId="urn:microsoft.com/office/officeart/2008/layout/LinedList"/>
    <dgm:cxn modelId="{DAC118A2-B3C8-3B4A-B7DF-FA278F912B91}" type="presParOf" srcId="{49BA1A1D-19F5-A247-81BA-29BED8D56E64}" destId="{46F31D41-AC0E-9948-B8FE-DE83C686134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FEAC3E3-92C2-4F1C-9629-99A50F1C6AD7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00ADEB0-246F-48A0-BA69-49F7A8BAD9C8}">
      <dgm:prSet custT="1"/>
      <dgm:spPr/>
      <dgm:t>
        <a:bodyPr/>
        <a:lstStyle/>
        <a:p>
          <a:r>
            <a:rPr lang="en-US" sz="1400" b="1" i="0" dirty="0"/>
            <a:t>Aim: Analysis of genes associated with FACT complex in Saccharomyces cerevisiae and its comparison with </a:t>
          </a:r>
          <a:r>
            <a:rPr lang="en-US" sz="1400" b="1" i="1" dirty="0"/>
            <a:t>Homo sapiens, Mus musculus, and Musca domestica</a:t>
          </a:r>
          <a:endParaRPr lang="en-US" sz="1400" b="1" dirty="0"/>
        </a:p>
      </dgm:t>
    </dgm:pt>
    <dgm:pt modelId="{476A5D5C-77F6-40A6-B731-9305181E23D6}" type="parTrans" cxnId="{A25B9AC0-6FF8-4E79-97A0-E632C9F9E73C}">
      <dgm:prSet/>
      <dgm:spPr/>
      <dgm:t>
        <a:bodyPr/>
        <a:lstStyle/>
        <a:p>
          <a:endParaRPr lang="en-US"/>
        </a:p>
      </dgm:t>
    </dgm:pt>
    <dgm:pt modelId="{B4BEC206-401C-47D2-A1BD-9200007D3F83}" type="sibTrans" cxnId="{A25B9AC0-6FF8-4E79-97A0-E632C9F9E73C}">
      <dgm:prSet/>
      <dgm:spPr/>
      <dgm:t>
        <a:bodyPr/>
        <a:lstStyle/>
        <a:p>
          <a:endParaRPr lang="en-US"/>
        </a:p>
      </dgm:t>
    </dgm:pt>
    <dgm:pt modelId="{63E366FC-27B3-4A67-AE91-C2BEDE189DA3}">
      <dgm:prSet/>
      <dgm:spPr/>
      <dgm:t>
        <a:bodyPr/>
        <a:lstStyle/>
        <a:p>
          <a:r>
            <a:rPr lang="en-US" b="1" i="0" dirty="0"/>
            <a:t>Methods:</a:t>
          </a:r>
          <a:r>
            <a:rPr lang="en-US" b="0" i="0" dirty="0"/>
            <a:t> The nucleotide and amino acid sequences for SPT16 and Pob3/SSRP1 of </a:t>
          </a:r>
          <a:r>
            <a:rPr lang="en-US" b="0" i="1" dirty="0"/>
            <a:t>Saccharomyces cerevisiae, Homo sapiens, Mus musculus, and Musca domestica</a:t>
          </a:r>
          <a:r>
            <a:rPr lang="en-US" b="0" i="0" dirty="0"/>
            <a:t> were retrieved, aligned using multiple tools and finally phylogenetic trees were constructed. The amino acid sequences retrieved were also used to compare the primary and secondary structure of the proteins.</a:t>
          </a:r>
          <a:endParaRPr lang="en-US" dirty="0"/>
        </a:p>
      </dgm:t>
    </dgm:pt>
    <dgm:pt modelId="{64C9C16E-18AE-4B66-9A1F-E7E3832A4C3D}" type="parTrans" cxnId="{5A2FC76B-8DD9-4B81-9AC5-F8B18B34AC7D}">
      <dgm:prSet/>
      <dgm:spPr/>
      <dgm:t>
        <a:bodyPr/>
        <a:lstStyle/>
        <a:p>
          <a:endParaRPr lang="en-US"/>
        </a:p>
      </dgm:t>
    </dgm:pt>
    <dgm:pt modelId="{A5B67D1D-FFAD-405A-9250-8C8AEB6E1C7B}" type="sibTrans" cxnId="{5A2FC76B-8DD9-4B81-9AC5-F8B18B34AC7D}">
      <dgm:prSet/>
      <dgm:spPr/>
      <dgm:t>
        <a:bodyPr/>
        <a:lstStyle/>
        <a:p>
          <a:endParaRPr lang="en-US"/>
        </a:p>
      </dgm:t>
    </dgm:pt>
    <dgm:pt modelId="{CDDB92EC-0FEC-4B6D-82F0-31E7A228835C}">
      <dgm:prSet/>
      <dgm:spPr/>
      <dgm:t>
        <a:bodyPr/>
        <a:lstStyle/>
        <a:p>
          <a:r>
            <a:rPr lang="en-US" b="1" i="0" dirty="0"/>
            <a:t>Tools, servers and software used</a:t>
          </a:r>
          <a:r>
            <a:rPr lang="en-US" b="0" i="0" dirty="0"/>
            <a:t>: NCBI, </a:t>
          </a:r>
          <a:r>
            <a:rPr lang="en-US" b="0" i="0" dirty="0" err="1"/>
            <a:t>UniProt</a:t>
          </a:r>
          <a:r>
            <a:rPr lang="en-US" b="0" i="0" dirty="0"/>
            <a:t> KB, CLUSTALW, MAFFT and MUSCLE, </a:t>
          </a:r>
          <a:r>
            <a:rPr lang="en-US" b="0" i="0" dirty="0" err="1"/>
            <a:t>ProtParam</a:t>
          </a:r>
          <a:r>
            <a:rPr lang="en-US" b="0" i="0" dirty="0"/>
            <a:t>, </a:t>
          </a:r>
          <a:r>
            <a:rPr lang="en-US" b="0" i="0" dirty="0" err="1"/>
            <a:t>Expasy</a:t>
          </a:r>
          <a:r>
            <a:rPr lang="en-US" b="0" i="0" dirty="0"/>
            <a:t>,  SOPMA, MEGAX</a:t>
          </a:r>
          <a:endParaRPr lang="en-US" dirty="0"/>
        </a:p>
      </dgm:t>
    </dgm:pt>
    <dgm:pt modelId="{FCE3979C-D6CE-4415-A1A2-0A682532DDDE}" type="parTrans" cxnId="{07258826-CEEC-459F-B2B4-A14F1BA31FD6}">
      <dgm:prSet/>
      <dgm:spPr/>
      <dgm:t>
        <a:bodyPr/>
        <a:lstStyle/>
        <a:p>
          <a:endParaRPr lang="en-US"/>
        </a:p>
      </dgm:t>
    </dgm:pt>
    <dgm:pt modelId="{92F11DF5-822D-4910-9768-C7432AE9E35A}" type="sibTrans" cxnId="{07258826-CEEC-459F-B2B4-A14F1BA31FD6}">
      <dgm:prSet/>
      <dgm:spPr/>
      <dgm:t>
        <a:bodyPr/>
        <a:lstStyle/>
        <a:p>
          <a:endParaRPr lang="en-US"/>
        </a:p>
      </dgm:t>
    </dgm:pt>
    <dgm:pt modelId="{DD668F2C-3749-4F11-8A99-E32ED668502F}">
      <dgm:prSet/>
      <dgm:spPr/>
      <dgm:t>
        <a:bodyPr/>
        <a:lstStyle/>
        <a:p>
          <a:r>
            <a:rPr lang="en-US" b="0" i="0" dirty="0"/>
            <a:t>Results: Primary and secondary structure comparison of the amino acid sequence shows an overall trend that these proteins have similar properties across the species.</a:t>
          </a:r>
          <a:endParaRPr lang="en-US" dirty="0"/>
        </a:p>
      </dgm:t>
    </dgm:pt>
    <dgm:pt modelId="{93E41B16-6990-45C2-83CB-E169C4145C61}" type="parTrans" cxnId="{C7235244-C1FB-4197-B797-1F7FC1612480}">
      <dgm:prSet/>
      <dgm:spPr/>
      <dgm:t>
        <a:bodyPr/>
        <a:lstStyle/>
        <a:p>
          <a:endParaRPr lang="en-US"/>
        </a:p>
      </dgm:t>
    </dgm:pt>
    <dgm:pt modelId="{1467EB56-A39C-4215-BAC1-B66BDB438F1B}" type="sibTrans" cxnId="{C7235244-C1FB-4197-B797-1F7FC1612480}">
      <dgm:prSet/>
      <dgm:spPr/>
      <dgm:t>
        <a:bodyPr/>
        <a:lstStyle/>
        <a:p>
          <a:endParaRPr lang="en-US"/>
        </a:p>
      </dgm:t>
    </dgm:pt>
    <dgm:pt modelId="{A7F57583-894E-40F3-8172-8DB10BB5D796}">
      <dgm:prSet/>
      <dgm:spPr/>
      <dgm:t>
        <a:bodyPr/>
        <a:lstStyle/>
        <a:p>
          <a:r>
            <a:rPr lang="en-US" b="0" i="0" dirty="0"/>
            <a:t>Phylogenetic trees constructed from the aligned sequences suggest that </a:t>
          </a:r>
          <a:r>
            <a:rPr lang="en-US" b="0" i="1" dirty="0"/>
            <a:t>Homo sapiens</a:t>
          </a:r>
          <a:r>
            <a:rPr lang="en-US" b="0" i="0" dirty="0"/>
            <a:t>, </a:t>
          </a:r>
          <a:r>
            <a:rPr lang="en-US" b="0" i="1" dirty="0"/>
            <a:t>Mus musculus </a:t>
          </a:r>
          <a:r>
            <a:rPr lang="en-US" b="0" i="0" dirty="0"/>
            <a:t>and </a:t>
          </a:r>
          <a:r>
            <a:rPr lang="en-US" b="0" i="1" dirty="0"/>
            <a:t>Saccharomyces cerevisiae  </a:t>
          </a:r>
          <a:r>
            <a:rPr lang="en-US" b="0" i="0" dirty="0"/>
            <a:t>are closely related</a:t>
          </a:r>
          <a:endParaRPr lang="en-US" dirty="0"/>
        </a:p>
      </dgm:t>
    </dgm:pt>
    <dgm:pt modelId="{8AFF7440-1270-4D6A-93A9-484DDF56ADD4}" type="sibTrans" cxnId="{3D610811-B56B-4823-97A4-B2640F28D081}">
      <dgm:prSet/>
      <dgm:spPr/>
      <dgm:t>
        <a:bodyPr/>
        <a:lstStyle/>
        <a:p>
          <a:endParaRPr lang="en-US"/>
        </a:p>
      </dgm:t>
    </dgm:pt>
    <dgm:pt modelId="{DD8A84BA-C520-4720-9AFC-44A8E82CC6D1}" type="parTrans" cxnId="{3D610811-B56B-4823-97A4-B2640F28D081}">
      <dgm:prSet/>
      <dgm:spPr/>
      <dgm:t>
        <a:bodyPr/>
        <a:lstStyle/>
        <a:p>
          <a:endParaRPr lang="en-US"/>
        </a:p>
      </dgm:t>
    </dgm:pt>
    <dgm:pt modelId="{A607F332-B83B-974B-A816-0C50CA174FF1}" type="pres">
      <dgm:prSet presAssocID="{EFEAC3E3-92C2-4F1C-9629-99A50F1C6AD7}" presName="vert0" presStyleCnt="0">
        <dgm:presLayoutVars>
          <dgm:dir/>
          <dgm:animOne val="branch"/>
          <dgm:animLvl val="lvl"/>
        </dgm:presLayoutVars>
      </dgm:prSet>
      <dgm:spPr/>
    </dgm:pt>
    <dgm:pt modelId="{FEA9BC76-A075-3A46-809E-D0F4D3F35523}" type="pres">
      <dgm:prSet presAssocID="{400ADEB0-246F-48A0-BA69-49F7A8BAD9C8}" presName="thickLine" presStyleLbl="alignNode1" presStyleIdx="0" presStyleCnt="5"/>
      <dgm:spPr/>
    </dgm:pt>
    <dgm:pt modelId="{5DE9D0FB-1B02-344F-A55F-01A621D5ED23}" type="pres">
      <dgm:prSet presAssocID="{400ADEB0-246F-48A0-BA69-49F7A8BAD9C8}" presName="horz1" presStyleCnt="0"/>
      <dgm:spPr/>
    </dgm:pt>
    <dgm:pt modelId="{65A9FC9E-F615-C34A-A537-7C4D55A681EB}" type="pres">
      <dgm:prSet presAssocID="{400ADEB0-246F-48A0-BA69-49F7A8BAD9C8}" presName="tx1" presStyleLbl="revTx" presStyleIdx="0" presStyleCnt="5"/>
      <dgm:spPr/>
    </dgm:pt>
    <dgm:pt modelId="{86D8F945-BE78-5B42-A89F-F1FE06AED896}" type="pres">
      <dgm:prSet presAssocID="{400ADEB0-246F-48A0-BA69-49F7A8BAD9C8}" presName="vert1" presStyleCnt="0"/>
      <dgm:spPr/>
    </dgm:pt>
    <dgm:pt modelId="{49FB5DA0-D197-8140-8F3F-84A6E6298EBA}" type="pres">
      <dgm:prSet presAssocID="{63E366FC-27B3-4A67-AE91-C2BEDE189DA3}" presName="thickLine" presStyleLbl="alignNode1" presStyleIdx="1" presStyleCnt="5"/>
      <dgm:spPr/>
    </dgm:pt>
    <dgm:pt modelId="{408548AB-6E4E-5A43-B8BE-0805621CF618}" type="pres">
      <dgm:prSet presAssocID="{63E366FC-27B3-4A67-AE91-C2BEDE189DA3}" presName="horz1" presStyleCnt="0"/>
      <dgm:spPr/>
    </dgm:pt>
    <dgm:pt modelId="{06D38827-A0D1-C14E-A8A6-C90683FFBB97}" type="pres">
      <dgm:prSet presAssocID="{63E366FC-27B3-4A67-AE91-C2BEDE189DA3}" presName="tx1" presStyleLbl="revTx" presStyleIdx="1" presStyleCnt="5" custScaleY="100460"/>
      <dgm:spPr/>
    </dgm:pt>
    <dgm:pt modelId="{344B8197-36D3-C947-9A81-E998EBA9D6BC}" type="pres">
      <dgm:prSet presAssocID="{63E366FC-27B3-4A67-AE91-C2BEDE189DA3}" presName="vert1" presStyleCnt="0"/>
      <dgm:spPr/>
    </dgm:pt>
    <dgm:pt modelId="{1642DBCB-C033-364A-9F3A-CBA942020AC8}" type="pres">
      <dgm:prSet presAssocID="{CDDB92EC-0FEC-4B6D-82F0-31E7A228835C}" presName="thickLine" presStyleLbl="alignNode1" presStyleIdx="2" presStyleCnt="5"/>
      <dgm:spPr/>
    </dgm:pt>
    <dgm:pt modelId="{1B111902-0436-F641-9F9C-61C44F3FD0EE}" type="pres">
      <dgm:prSet presAssocID="{CDDB92EC-0FEC-4B6D-82F0-31E7A228835C}" presName="horz1" presStyleCnt="0"/>
      <dgm:spPr/>
    </dgm:pt>
    <dgm:pt modelId="{8CA5AADB-E914-E046-8216-A5F2655C1AD7}" type="pres">
      <dgm:prSet presAssocID="{CDDB92EC-0FEC-4B6D-82F0-31E7A228835C}" presName="tx1" presStyleLbl="revTx" presStyleIdx="2" presStyleCnt="5" custScaleY="61791" custLinFactNeighborX="-198" custLinFactNeighborY="996"/>
      <dgm:spPr/>
    </dgm:pt>
    <dgm:pt modelId="{FF509FB2-7D5B-0445-A3A4-39CA4100B543}" type="pres">
      <dgm:prSet presAssocID="{CDDB92EC-0FEC-4B6D-82F0-31E7A228835C}" presName="vert1" presStyleCnt="0"/>
      <dgm:spPr/>
    </dgm:pt>
    <dgm:pt modelId="{9E247BFF-E5DA-144D-A021-D4508B6F7DF3}" type="pres">
      <dgm:prSet presAssocID="{DD668F2C-3749-4F11-8A99-E32ED668502F}" presName="thickLine" presStyleLbl="alignNode1" presStyleIdx="3" presStyleCnt="5"/>
      <dgm:spPr/>
    </dgm:pt>
    <dgm:pt modelId="{27163DA0-30A6-034A-9852-261B81BF6146}" type="pres">
      <dgm:prSet presAssocID="{DD668F2C-3749-4F11-8A99-E32ED668502F}" presName="horz1" presStyleCnt="0"/>
      <dgm:spPr/>
    </dgm:pt>
    <dgm:pt modelId="{EA1B607B-13E7-BE48-B710-F0C25A313C38}" type="pres">
      <dgm:prSet presAssocID="{DD668F2C-3749-4F11-8A99-E32ED668502F}" presName="tx1" presStyleLbl="revTx" presStyleIdx="3" presStyleCnt="5" custScaleY="46282"/>
      <dgm:spPr/>
    </dgm:pt>
    <dgm:pt modelId="{1A385799-258D-B04E-8D5A-64BAEB52F729}" type="pres">
      <dgm:prSet presAssocID="{DD668F2C-3749-4F11-8A99-E32ED668502F}" presName="vert1" presStyleCnt="0"/>
      <dgm:spPr/>
    </dgm:pt>
    <dgm:pt modelId="{5205BD9E-250B-204B-B741-6742379F2B13}" type="pres">
      <dgm:prSet presAssocID="{A7F57583-894E-40F3-8172-8DB10BB5D796}" presName="thickLine" presStyleLbl="alignNode1" presStyleIdx="4" presStyleCnt="5"/>
      <dgm:spPr/>
    </dgm:pt>
    <dgm:pt modelId="{26393CBE-733D-B341-B887-C6D5BF9C216A}" type="pres">
      <dgm:prSet presAssocID="{A7F57583-894E-40F3-8172-8DB10BB5D796}" presName="horz1" presStyleCnt="0"/>
      <dgm:spPr/>
    </dgm:pt>
    <dgm:pt modelId="{4CD8EC22-BF5A-6A40-BD47-91D24F5BCDF4}" type="pres">
      <dgm:prSet presAssocID="{A7F57583-894E-40F3-8172-8DB10BB5D796}" presName="tx1" presStyleLbl="revTx" presStyleIdx="4" presStyleCnt="5" custScaleY="51806"/>
      <dgm:spPr/>
    </dgm:pt>
    <dgm:pt modelId="{5AC36A9C-79A4-2143-9606-1F9FA7C96E80}" type="pres">
      <dgm:prSet presAssocID="{A7F57583-894E-40F3-8172-8DB10BB5D796}" presName="vert1" presStyleCnt="0"/>
      <dgm:spPr/>
    </dgm:pt>
  </dgm:ptLst>
  <dgm:cxnLst>
    <dgm:cxn modelId="{444D4702-6D7A-BC4D-89B5-E5516A5C68E0}" type="presOf" srcId="{400ADEB0-246F-48A0-BA69-49F7A8BAD9C8}" destId="{65A9FC9E-F615-C34A-A537-7C4D55A681EB}" srcOrd="0" destOrd="0" presId="urn:microsoft.com/office/officeart/2008/layout/LinedList"/>
    <dgm:cxn modelId="{3D610811-B56B-4823-97A4-B2640F28D081}" srcId="{EFEAC3E3-92C2-4F1C-9629-99A50F1C6AD7}" destId="{A7F57583-894E-40F3-8172-8DB10BB5D796}" srcOrd="4" destOrd="0" parTransId="{DD8A84BA-C520-4720-9AFC-44A8E82CC6D1}" sibTransId="{8AFF7440-1270-4D6A-93A9-484DDF56ADD4}"/>
    <dgm:cxn modelId="{07258826-CEEC-459F-B2B4-A14F1BA31FD6}" srcId="{EFEAC3E3-92C2-4F1C-9629-99A50F1C6AD7}" destId="{CDDB92EC-0FEC-4B6D-82F0-31E7A228835C}" srcOrd="2" destOrd="0" parTransId="{FCE3979C-D6CE-4415-A1A2-0A682532DDDE}" sibTransId="{92F11DF5-822D-4910-9768-C7432AE9E35A}"/>
    <dgm:cxn modelId="{C7235244-C1FB-4197-B797-1F7FC1612480}" srcId="{EFEAC3E3-92C2-4F1C-9629-99A50F1C6AD7}" destId="{DD668F2C-3749-4F11-8A99-E32ED668502F}" srcOrd="3" destOrd="0" parTransId="{93E41B16-6990-45C2-83CB-E169C4145C61}" sibTransId="{1467EB56-A39C-4215-BAC1-B66BDB438F1B}"/>
    <dgm:cxn modelId="{7D34DA5F-EAB1-A94E-BFA8-794EA04DEE96}" type="presOf" srcId="{CDDB92EC-0FEC-4B6D-82F0-31E7A228835C}" destId="{8CA5AADB-E914-E046-8216-A5F2655C1AD7}" srcOrd="0" destOrd="0" presId="urn:microsoft.com/office/officeart/2008/layout/LinedList"/>
    <dgm:cxn modelId="{5A2FC76B-8DD9-4B81-9AC5-F8B18B34AC7D}" srcId="{EFEAC3E3-92C2-4F1C-9629-99A50F1C6AD7}" destId="{63E366FC-27B3-4A67-AE91-C2BEDE189DA3}" srcOrd="1" destOrd="0" parTransId="{64C9C16E-18AE-4B66-9A1F-E7E3832A4C3D}" sibTransId="{A5B67D1D-FFAD-405A-9250-8C8AEB6E1C7B}"/>
    <dgm:cxn modelId="{A25B9AC0-6FF8-4E79-97A0-E632C9F9E73C}" srcId="{EFEAC3E3-92C2-4F1C-9629-99A50F1C6AD7}" destId="{400ADEB0-246F-48A0-BA69-49F7A8BAD9C8}" srcOrd="0" destOrd="0" parTransId="{476A5D5C-77F6-40A6-B731-9305181E23D6}" sibTransId="{B4BEC206-401C-47D2-A1BD-9200007D3F83}"/>
    <dgm:cxn modelId="{0AE44DDE-2EB4-FA49-9D5E-FC5C0948D89F}" type="presOf" srcId="{63E366FC-27B3-4A67-AE91-C2BEDE189DA3}" destId="{06D38827-A0D1-C14E-A8A6-C90683FFBB97}" srcOrd="0" destOrd="0" presId="urn:microsoft.com/office/officeart/2008/layout/LinedList"/>
    <dgm:cxn modelId="{80151AE4-0606-8B4F-A89E-8B0644199DB4}" type="presOf" srcId="{DD668F2C-3749-4F11-8A99-E32ED668502F}" destId="{EA1B607B-13E7-BE48-B710-F0C25A313C38}" srcOrd="0" destOrd="0" presId="urn:microsoft.com/office/officeart/2008/layout/LinedList"/>
    <dgm:cxn modelId="{89FF8EEB-C154-A642-9F47-AC65BF80CBA8}" type="presOf" srcId="{A7F57583-894E-40F3-8172-8DB10BB5D796}" destId="{4CD8EC22-BF5A-6A40-BD47-91D24F5BCDF4}" srcOrd="0" destOrd="0" presId="urn:microsoft.com/office/officeart/2008/layout/LinedList"/>
    <dgm:cxn modelId="{5BAC0BEE-3137-A343-B688-25634291E95B}" type="presOf" srcId="{EFEAC3E3-92C2-4F1C-9629-99A50F1C6AD7}" destId="{A607F332-B83B-974B-A816-0C50CA174FF1}" srcOrd="0" destOrd="0" presId="urn:microsoft.com/office/officeart/2008/layout/LinedList"/>
    <dgm:cxn modelId="{B0F1BC66-45F0-AE44-935D-DB7BB707F82F}" type="presParOf" srcId="{A607F332-B83B-974B-A816-0C50CA174FF1}" destId="{FEA9BC76-A075-3A46-809E-D0F4D3F35523}" srcOrd="0" destOrd="0" presId="urn:microsoft.com/office/officeart/2008/layout/LinedList"/>
    <dgm:cxn modelId="{C608F8E1-643D-D748-8FD5-2B5A4FFD8ECA}" type="presParOf" srcId="{A607F332-B83B-974B-A816-0C50CA174FF1}" destId="{5DE9D0FB-1B02-344F-A55F-01A621D5ED23}" srcOrd="1" destOrd="0" presId="urn:microsoft.com/office/officeart/2008/layout/LinedList"/>
    <dgm:cxn modelId="{83D431C7-AE51-2B47-8D04-5ACDA9981762}" type="presParOf" srcId="{5DE9D0FB-1B02-344F-A55F-01A621D5ED23}" destId="{65A9FC9E-F615-C34A-A537-7C4D55A681EB}" srcOrd="0" destOrd="0" presId="urn:microsoft.com/office/officeart/2008/layout/LinedList"/>
    <dgm:cxn modelId="{4BCBE2C4-B5E1-AC40-A979-048FF2F2005E}" type="presParOf" srcId="{5DE9D0FB-1B02-344F-A55F-01A621D5ED23}" destId="{86D8F945-BE78-5B42-A89F-F1FE06AED896}" srcOrd="1" destOrd="0" presId="urn:microsoft.com/office/officeart/2008/layout/LinedList"/>
    <dgm:cxn modelId="{B66B8781-F65A-014E-ADF3-F8A3CF7815C6}" type="presParOf" srcId="{A607F332-B83B-974B-A816-0C50CA174FF1}" destId="{49FB5DA0-D197-8140-8F3F-84A6E6298EBA}" srcOrd="2" destOrd="0" presId="urn:microsoft.com/office/officeart/2008/layout/LinedList"/>
    <dgm:cxn modelId="{1A6039DB-30ED-B447-B55F-68CDA4307378}" type="presParOf" srcId="{A607F332-B83B-974B-A816-0C50CA174FF1}" destId="{408548AB-6E4E-5A43-B8BE-0805621CF618}" srcOrd="3" destOrd="0" presId="urn:microsoft.com/office/officeart/2008/layout/LinedList"/>
    <dgm:cxn modelId="{FA8649BC-E303-3C4A-B6D6-9ECCDAC6167D}" type="presParOf" srcId="{408548AB-6E4E-5A43-B8BE-0805621CF618}" destId="{06D38827-A0D1-C14E-A8A6-C90683FFBB97}" srcOrd="0" destOrd="0" presId="urn:microsoft.com/office/officeart/2008/layout/LinedList"/>
    <dgm:cxn modelId="{FBCEBC63-603B-8C49-A1DB-927A3C954ED6}" type="presParOf" srcId="{408548AB-6E4E-5A43-B8BE-0805621CF618}" destId="{344B8197-36D3-C947-9A81-E998EBA9D6BC}" srcOrd="1" destOrd="0" presId="urn:microsoft.com/office/officeart/2008/layout/LinedList"/>
    <dgm:cxn modelId="{734EB023-CC86-BF44-92FD-EE3E2A6676FB}" type="presParOf" srcId="{A607F332-B83B-974B-A816-0C50CA174FF1}" destId="{1642DBCB-C033-364A-9F3A-CBA942020AC8}" srcOrd="4" destOrd="0" presId="urn:microsoft.com/office/officeart/2008/layout/LinedList"/>
    <dgm:cxn modelId="{28815D5F-4C87-A243-A52F-2291A1AF8974}" type="presParOf" srcId="{A607F332-B83B-974B-A816-0C50CA174FF1}" destId="{1B111902-0436-F641-9F9C-61C44F3FD0EE}" srcOrd="5" destOrd="0" presId="urn:microsoft.com/office/officeart/2008/layout/LinedList"/>
    <dgm:cxn modelId="{A1E9B5F4-D02C-794C-BA50-80831B04B201}" type="presParOf" srcId="{1B111902-0436-F641-9F9C-61C44F3FD0EE}" destId="{8CA5AADB-E914-E046-8216-A5F2655C1AD7}" srcOrd="0" destOrd="0" presId="urn:microsoft.com/office/officeart/2008/layout/LinedList"/>
    <dgm:cxn modelId="{8F4F1CFB-B8FF-2E41-91AB-FE057C28BFBA}" type="presParOf" srcId="{1B111902-0436-F641-9F9C-61C44F3FD0EE}" destId="{FF509FB2-7D5B-0445-A3A4-39CA4100B543}" srcOrd="1" destOrd="0" presId="urn:microsoft.com/office/officeart/2008/layout/LinedList"/>
    <dgm:cxn modelId="{819FC7EF-506A-0A47-93CD-91F106134596}" type="presParOf" srcId="{A607F332-B83B-974B-A816-0C50CA174FF1}" destId="{9E247BFF-E5DA-144D-A021-D4508B6F7DF3}" srcOrd="6" destOrd="0" presId="urn:microsoft.com/office/officeart/2008/layout/LinedList"/>
    <dgm:cxn modelId="{523BF85C-1DA4-4445-9B09-E6B67C3D1CC7}" type="presParOf" srcId="{A607F332-B83B-974B-A816-0C50CA174FF1}" destId="{27163DA0-30A6-034A-9852-261B81BF6146}" srcOrd="7" destOrd="0" presId="urn:microsoft.com/office/officeart/2008/layout/LinedList"/>
    <dgm:cxn modelId="{94428809-52F1-EA45-9F35-F943B4E2A0E0}" type="presParOf" srcId="{27163DA0-30A6-034A-9852-261B81BF6146}" destId="{EA1B607B-13E7-BE48-B710-F0C25A313C38}" srcOrd="0" destOrd="0" presId="urn:microsoft.com/office/officeart/2008/layout/LinedList"/>
    <dgm:cxn modelId="{6216EB3C-2ED5-344C-A45B-C09A3EC6F84B}" type="presParOf" srcId="{27163DA0-30A6-034A-9852-261B81BF6146}" destId="{1A385799-258D-B04E-8D5A-64BAEB52F729}" srcOrd="1" destOrd="0" presId="urn:microsoft.com/office/officeart/2008/layout/LinedList"/>
    <dgm:cxn modelId="{62D7C30B-EF9B-2240-88F8-64FAADD88786}" type="presParOf" srcId="{A607F332-B83B-974B-A816-0C50CA174FF1}" destId="{5205BD9E-250B-204B-B741-6742379F2B13}" srcOrd="8" destOrd="0" presId="urn:microsoft.com/office/officeart/2008/layout/LinedList"/>
    <dgm:cxn modelId="{DE0459BC-9742-7347-B21B-BA13562D26B8}" type="presParOf" srcId="{A607F332-B83B-974B-A816-0C50CA174FF1}" destId="{26393CBE-733D-B341-B887-C6D5BF9C216A}" srcOrd="9" destOrd="0" presId="urn:microsoft.com/office/officeart/2008/layout/LinedList"/>
    <dgm:cxn modelId="{5D341105-EB79-2D4D-A6AE-9F12FCA21924}" type="presParOf" srcId="{26393CBE-733D-B341-B887-C6D5BF9C216A}" destId="{4CD8EC22-BF5A-6A40-BD47-91D24F5BCDF4}" srcOrd="0" destOrd="0" presId="urn:microsoft.com/office/officeart/2008/layout/LinedList"/>
    <dgm:cxn modelId="{88E7B27D-2149-E845-87F8-F6BF179E340C}" type="presParOf" srcId="{26393CBE-733D-B341-B887-C6D5BF9C216A}" destId="{5AC36A9C-79A4-2143-9606-1F9FA7C96E8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85B641E-5CA4-4AC9-B407-D12BB4837D18}" type="doc">
      <dgm:prSet loTypeId="urn:microsoft.com/office/officeart/2008/layout/LinedLis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09C9FAF5-40B2-4F5B-96C9-032DEA8163A9}">
      <dgm:prSet/>
      <dgm:spPr/>
      <dgm:t>
        <a:bodyPr/>
        <a:lstStyle/>
        <a:p>
          <a:r>
            <a:rPr lang="en-US"/>
            <a:t>I believe my educational background and work experience make me a great fit for this role. </a:t>
          </a:r>
        </a:p>
      </dgm:t>
    </dgm:pt>
    <dgm:pt modelId="{ACA8D222-AF79-457A-AC42-72ED0911DA7E}" type="parTrans" cxnId="{42B81A75-0D1C-40AF-BB9D-09AF1A6BE5F4}">
      <dgm:prSet/>
      <dgm:spPr/>
      <dgm:t>
        <a:bodyPr/>
        <a:lstStyle/>
        <a:p>
          <a:endParaRPr lang="en-US"/>
        </a:p>
      </dgm:t>
    </dgm:pt>
    <dgm:pt modelId="{E6B90106-C60A-4927-9AF1-A6405EDB36FB}" type="sibTrans" cxnId="{42B81A75-0D1C-40AF-BB9D-09AF1A6BE5F4}">
      <dgm:prSet/>
      <dgm:spPr/>
      <dgm:t>
        <a:bodyPr/>
        <a:lstStyle/>
        <a:p>
          <a:endParaRPr lang="en-US"/>
        </a:p>
      </dgm:t>
    </dgm:pt>
    <dgm:pt modelId="{0C2E9515-0212-4A08-985E-731AB034DF6F}">
      <dgm:prSet/>
      <dgm:spPr/>
      <dgm:t>
        <a:bodyPr/>
        <a:lstStyle/>
        <a:p>
          <a:r>
            <a:rPr lang="en-US" dirty="0"/>
            <a:t>I’m passionate about learning more about clinical research and utilizing my technical knowledge and communication skills to support quality processes in the healthcare domain. </a:t>
          </a:r>
        </a:p>
      </dgm:t>
    </dgm:pt>
    <dgm:pt modelId="{0BEC3189-E77B-4161-8C2D-E3F86780C17B}" type="parTrans" cxnId="{3D36CA79-5870-4AE0-8FCE-E5BC33FB544D}">
      <dgm:prSet/>
      <dgm:spPr/>
      <dgm:t>
        <a:bodyPr/>
        <a:lstStyle/>
        <a:p>
          <a:endParaRPr lang="en-US"/>
        </a:p>
      </dgm:t>
    </dgm:pt>
    <dgm:pt modelId="{FD63877E-44C6-41E9-A7B5-12FC2DD2BBB9}" type="sibTrans" cxnId="{3D36CA79-5870-4AE0-8FCE-E5BC33FB544D}">
      <dgm:prSet/>
      <dgm:spPr/>
      <dgm:t>
        <a:bodyPr/>
        <a:lstStyle/>
        <a:p>
          <a:endParaRPr lang="en-US"/>
        </a:p>
      </dgm:t>
    </dgm:pt>
    <dgm:pt modelId="{66FE41AF-F995-49E5-972E-3B58521C9114}">
      <dgm:prSet/>
      <dgm:spPr/>
      <dgm:t>
        <a:bodyPr/>
        <a:lstStyle/>
        <a:p>
          <a:r>
            <a:rPr lang="en-US"/>
            <a:t>Happy to take more questions.</a:t>
          </a:r>
        </a:p>
      </dgm:t>
    </dgm:pt>
    <dgm:pt modelId="{A721D76F-A143-4C73-97E2-A05C6EA05358}" type="parTrans" cxnId="{1CAD7C09-2ECA-47D2-8BF0-D1243975EA32}">
      <dgm:prSet/>
      <dgm:spPr/>
      <dgm:t>
        <a:bodyPr/>
        <a:lstStyle/>
        <a:p>
          <a:endParaRPr lang="en-US"/>
        </a:p>
      </dgm:t>
    </dgm:pt>
    <dgm:pt modelId="{339619EA-A9AC-4FF8-9323-9F788713A4DE}" type="sibTrans" cxnId="{1CAD7C09-2ECA-47D2-8BF0-D1243975EA32}">
      <dgm:prSet/>
      <dgm:spPr/>
      <dgm:t>
        <a:bodyPr/>
        <a:lstStyle/>
        <a:p>
          <a:endParaRPr lang="en-US"/>
        </a:p>
      </dgm:t>
    </dgm:pt>
    <dgm:pt modelId="{B22BBCB1-2028-1841-AA6F-CC3C4A40846B}" type="pres">
      <dgm:prSet presAssocID="{C85B641E-5CA4-4AC9-B407-D12BB4837D18}" presName="vert0" presStyleCnt="0">
        <dgm:presLayoutVars>
          <dgm:dir/>
          <dgm:animOne val="branch"/>
          <dgm:animLvl val="lvl"/>
        </dgm:presLayoutVars>
      </dgm:prSet>
      <dgm:spPr/>
    </dgm:pt>
    <dgm:pt modelId="{F2A75983-9536-0D4F-A2F6-6022FDBDF34E}" type="pres">
      <dgm:prSet presAssocID="{09C9FAF5-40B2-4F5B-96C9-032DEA8163A9}" presName="thickLine" presStyleLbl="alignNode1" presStyleIdx="0" presStyleCnt="3"/>
      <dgm:spPr/>
    </dgm:pt>
    <dgm:pt modelId="{35920A0D-510E-D347-92AC-0FA10F7D59E2}" type="pres">
      <dgm:prSet presAssocID="{09C9FAF5-40B2-4F5B-96C9-032DEA8163A9}" presName="horz1" presStyleCnt="0"/>
      <dgm:spPr/>
    </dgm:pt>
    <dgm:pt modelId="{5FF06D13-A169-744C-9A34-FD324F445CC2}" type="pres">
      <dgm:prSet presAssocID="{09C9FAF5-40B2-4F5B-96C9-032DEA8163A9}" presName="tx1" presStyleLbl="revTx" presStyleIdx="0" presStyleCnt="3"/>
      <dgm:spPr/>
    </dgm:pt>
    <dgm:pt modelId="{4B25AFBD-C25D-2B41-A114-34DE1EA94D37}" type="pres">
      <dgm:prSet presAssocID="{09C9FAF5-40B2-4F5B-96C9-032DEA8163A9}" presName="vert1" presStyleCnt="0"/>
      <dgm:spPr/>
    </dgm:pt>
    <dgm:pt modelId="{B00D39C3-338F-2440-81C9-4742BAA7B3D0}" type="pres">
      <dgm:prSet presAssocID="{0C2E9515-0212-4A08-985E-731AB034DF6F}" presName="thickLine" presStyleLbl="alignNode1" presStyleIdx="1" presStyleCnt="3"/>
      <dgm:spPr/>
    </dgm:pt>
    <dgm:pt modelId="{12189212-A732-774A-8137-4EFF1EFB7344}" type="pres">
      <dgm:prSet presAssocID="{0C2E9515-0212-4A08-985E-731AB034DF6F}" presName="horz1" presStyleCnt="0"/>
      <dgm:spPr/>
    </dgm:pt>
    <dgm:pt modelId="{B3E9781B-5F74-8E46-B42F-C9AB2D3249B2}" type="pres">
      <dgm:prSet presAssocID="{0C2E9515-0212-4A08-985E-731AB034DF6F}" presName="tx1" presStyleLbl="revTx" presStyleIdx="1" presStyleCnt="3"/>
      <dgm:spPr/>
    </dgm:pt>
    <dgm:pt modelId="{87662330-48A2-FA4F-B84C-C1B91FF6DFC0}" type="pres">
      <dgm:prSet presAssocID="{0C2E9515-0212-4A08-985E-731AB034DF6F}" presName="vert1" presStyleCnt="0"/>
      <dgm:spPr/>
    </dgm:pt>
    <dgm:pt modelId="{F1B37174-F765-AD47-8BE4-83C6A4041D09}" type="pres">
      <dgm:prSet presAssocID="{66FE41AF-F995-49E5-972E-3B58521C9114}" presName="thickLine" presStyleLbl="alignNode1" presStyleIdx="2" presStyleCnt="3"/>
      <dgm:spPr/>
    </dgm:pt>
    <dgm:pt modelId="{A659BED9-0303-4A4D-BBA1-CEAA18BCCDA3}" type="pres">
      <dgm:prSet presAssocID="{66FE41AF-F995-49E5-972E-3B58521C9114}" presName="horz1" presStyleCnt="0"/>
      <dgm:spPr/>
    </dgm:pt>
    <dgm:pt modelId="{45BD877B-86F8-114E-BA0E-0AA314693C6A}" type="pres">
      <dgm:prSet presAssocID="{66FE41AF-F995-49E5-972E-3B58521C9114}" presName="tx1" presStyleLbl="revTx" presStyleIdx="2" presStyleCnt="3"/>
      <dgm:spPr/>
    </dgm:pt>
    <dgm:pt modelId="{2B788A71-FBC9-2546-A646-A582DE8E012A}" type="pres">
      <dgm:prSet presAssocID="{66FE41AF-F995-49E5-972E-3B58521C9114}" presName="vert1" presStyleCnt="0"/>
      <dgm:spPr/>
    </dgm:pt>
  </dgm:ptLst>
  <dgm:cxnLst>
    <dgm:cxn modelId="{1CAD7C09-2ECA-47D2-8BF0-D1243975EA32}" srcId="{C85B641E-5CA4-4AC9-B407-D12BB4837D18}" destId="{66FE41AF-F995-49E5-972E-3B58521C9114}" srcOrd="2" destOrd="0" parTransId="{A721D76F-A143-4C73-97E2-A05C6EA05358}" sibTransId="{339619EA-A9AC-4FF8-9323-9F788713A4DE}"/>
    <dgm:cxn modelId="{A76D211E-A647-DC44-8436-487A5CCFD884}" type="presOf" srcId="{0C2E9515-0212-4A08-985E-731AB034DF6F}" destId="{B3E9781B-5F74-8E46-B42F-C9AB2D3249B2}" srcOrd="0" destOrd="0" presId="urn:microsoft.com/office/officeart/2008/layout/LinedList"/>
    <dgm:cxn modelId="{9B08432D-BD4B-5C49-9D3A-F65756AF58DF}" type="presOf" srcId="{09C9FAF5-40B2-4F5B-96C9-032DEA8163A9}" destId="{5FF06D13-A169-744C-9A34-FD324F445CC2}" srcOrd="0" destOrd="0" presId="urn:microsoft.com/office/officeart/2008/layout/LinedList"/>
    <dgm:cxn modelId="{6924224C-59D4-774D-8B8A-ABFEE6A5A74B}" type="presOf" srcId="{66FE41AF-F995-49E5-972E-3B58521C9114}" destId="{45BD877B-86F8-114E-BA0E-0AA314693C6A}" srcOrd="0" destOrd="0" presId="urn:microsoft.com/office/officeart/2008/layout/LinedList"/>
    <dgm:cxn modelId="{42B81A75-0D1C-40AF-BB9D-09AF1A6BE5F4}" srcId="{C85B641E-5CA4-4AC9-B407-D12BB4837D18}" destId="{09C9FAF5-40B2-4F5B-96C9-032DEA8163A9}" srcOrd="0" destOrd="0" parTransId="{ACA8D222-AF79-457A-AC42-72ED0911DA7E}" sibTransId="{E6B90106-C60A-4927-9AF1-A6405EDB36FB}"/>
    <dgm:cxn modelId="{3D36CA79-5870-4AE0-8FCE-E5BC33FB544D}" srcId="{C85B641E-5CA4-4AC9-B407-D12BB4837D18}" destId="{0C2E9515-0212-4A08-985E-731AB034DF6F}" srcOrd="1" destOrd="0" parTransId="{0BEC3189-E77B-4161-8C2D-E3F86780C17B}" sibTransId="{FD63877E-44C6-41E9-A7B5-12FC2DD2BBB9}"/>
    <dgm:cxn modelId="{7D1C74D1-0D9A-6044-A964-EA8F4CAA4B7D}" type="presOf" srcId="{C85B641E-5CA4-4AC9-B407-D12BB4837D18}" destId="{B22BBCB1-2028-1841-AA6F-CC3C4A40846B}" srcOrd="0" destOrd="0" presId="urn:microsoft.com/office/officeart/2008/layout/LinedList"/>
    <dgm:cxn modelId="{44386477-336E-304A-80D2-E7F7BD3EDE4E}" type="presParOf" srcId="{B22BBCB1-2028-1841-AA6F-CC3C4A40846B}" destId="{F2A75983-9536-0D4F-A2F6-6022FDBDF34E}" srcOrd="0" destOrd="0" presId="urn:microsoft.com/office/officeart/2008/layout/LinedList"/>
    <dgm:cxn modelId="{7B093476-C8F3-A244-ABF3-093440C6C28A}" type="presParOf" srcId="{B22BBCB1-2028-1841-AA6F-CC3C4A40846B}" destId="{35920A0D-510E-D347-92AC-0FA10F7D59E2}" srcOrd="1" destOrd="0" presId="urn:microsoft.com/office/officeart/2008/layout/LinedList"/>
    <dgm:cxn modelId="{BC44BBC2-43EA-334E-AB76-0233658FA8F7}" type="presParOf" srcId="{35920A0D-510E-D347-92AC-0FA10F7D59E2}" destId="{5FF06D13-A169-744C-9A34-FD324F445CC2}" srcOrd="0" destOrd="0" presId="urn:microsoft.com/office/officeart/2008/layout/LinedList"/>
    <dgm:cxn modelId="{36F7D7FA-81FB-C24C-AD9B-ED89D3C76205}" type="presParOf" srcId="{35920A0D-510E-D347-92AC-0FA10F7D59E2}" destId="{4B25AFBD-C25D-2B41-A114-34DE1EA94D37}" srcOrd="1" destOrd="0" presId="urn:microsoft.com/office/officeart/2008/layout/LinedList"/>
    <dgm:cxn modelId="{165402FE-B082-5541-94E5-D8011C6C453E}" type="presParOf" srcId="{B22BBCB1-2028-1841-AA6F-CC3C4A40846B}" destId="{B00D39C3-338F-2440-81C9-4742BAA7B3D0}" srcOrd="2" destOrd="0" presId="urn:microsoft.com/office/officeart/2008/layout/LinedList"/>
    <dgm:cxn modelId="{A33D2FD7-9055-AC4C-B676-918A6E7132E8}" type="presParOf" srcId="{B22BBCB1-2028-1841-AA6F-CC3C4A40846B}" destId="{12189212-A732-774A-8137-4EFF1EFB7344}" srcOrd="3" destOrd="0" presId="urn:microsoft.com/office/officeart/2008/layout/LinedList"/>
    <dgm:cxn modelId="{37655ED7-4B22-0B4D-AE78-29F8A876024D}" type="presParOf" srcId="{12189212-A732-774A-8137-4EFF1EFB7344}" destId="{B3E9781B-5F74-8E46-B42F-C9AB2D3249B2}" srcOrd="0" destOrd="0" presId="urn:microsoft.com/office/officeart/2008/layout/LinedList"/>
    <dgm:cxn modelId="{75141311-A701-6D43-967E-0E6F3EE2D6C4}" type="presParOf" srcId="{12189212-A732-774A-8137-4EFF1EFB7344}" destId="{87662330-48A2-FA4F-B84C-C1B91FF6DFC0}" srcOrd="1" destOrd="0" presId="urn:microsoft.com/office/officeart/2008/layout/LinedList"/>
    <dgm:cxn modelId="{DB024A8A-117E-7648-867F-DC22B46BDDDB}" type="presParOf" srcId="{B22BBCB1-2028-1841-AA6F-CC3C4A40846B}" destId="{F1B37174-F765-AD47-8BE4-83C6A4041D09}" srcOrd="4" destOrd="0" presId="urn:microsoft.com/office/officeart/2008/layout/LinedList"/>
    <dgm:cxn modelId="{95C2BA89-62B3-084E-92CE-FEB815FED85A}" type="presParOf" srcId="{B22BBCB1-2028-1841-AA6F-CC3C4A40846B}" destId="{A659BED9-0303-4A4D-BBA1-CEAA18BCCDA3}" srcOrd="5" destOrd="0" presId="urn:microsoft.com/office/officeart/2008/layout/LinedList"/>
    <dgm:cxn modelId="{C9DF950C-B3D4-0B48-A71B-DB460A08A0C1}" type="presParOf" srcId="{A659BED9-0303-4A4D-BBA1-CEAA18BCCDA3}" destId="{45BD877B-86F8-114E-BA0E-0AA314693C6A}" srcOrd="0" destOrd="0" presId="urn:microsoft.com/office/officeart/2008/layout/LinedList"/>
    <dgm:cxn modelId="{363C4D64-90B6-7849-9CDC-73F12D97A74D}" type="presParOf" srcId="{A659BED9-0303-4A4D-BBA1-CEAA18BCCDA3}" destId="{2B788A71-FBC9-2546-A646-A582DE8E012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2127DB-EF71-4C66-A6BD-4AC2ACA4E956}">
      <dsp:nvSpPr>
        <dsp:cNvPr id="0" name=""/>
        <dsp:cNvSpPr/>
      </dsp:nvSpPr>
      <dsp:spPr>
        <a:xfrm>
          <a:off x="0" y="446"/>
          <a:ext cx="9757363" cy="10443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368F16-52AA-4393-AEEC-B3247F08D462}">
      <dsp:nvSpPr>
        <dsp:cNvPr id="0" name=""/>
        <dsp:cNvSpPr/>
      </dsp:nvSpPr>
      <dsp:spPr>
        <a:xfrm>
          <a:off x="315901" y="235414"/>
          <a:ext cx="574366" cy="57436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8778A5-75F1-4E58-95DC-A74D5818BC36}">
      <dsp:nvSpPr>
        <dsp:cNvPr id="0" name=""/>
        <dsp:cNvSpPr/>
      </dsp:nvSpPr>
      <dsp:spPr>
        <a:xfrm>
          <a:off x="1206169" y="446"/>
          <a:ext cx="8551193" cy="10443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522" tIns="110522" rIns="110522" bIns="11052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I’m passionate about using project management and data analysis to contribute to advancements that make people’s lives easier.</a:t>
          </a:r>
        </a:p>
      </dsp:txBody>
      <dsp:txXfrm>
        <a:off x="1206169" y="446"/>
        <a:ext cx="8551193" cy="1044302"/>
      </dsp:txXfrm>
    </dsp:sp>
    <dsp:sp modelId="{45338BE4-E380-4122-B662-8206E89FBC36}">
      <dsp:nvSpPr>
        <dsp:cNvPr id="0" name=""/>
        <dsp:cNvSpPr/>
      </dsp:nvSpPr>
      <dsp:spPr>
        <a:xfrm>
          <a:off x="0" y="1305824"/>
          <a:ext cx="9757363" cy="10443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E17885-FE91-4B2E-A6C0-A3B45E1312D7}">
      <dsp:nvSpPr>
        <dsp:cNvPr id="0" name=""/>
        <dsp:cNvSpPr/>
      </dsp:nvSpPr>
      <dsp:spPr>
        <a:xfrm>
          <a:off x="315901" y="1540792"/>
          <a:ext cx="574366" cy="57436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CD5F07-282F-4460-8B23-40949DC58BC1}">
      <dsp:nvSpPr>
        <dsp:cNvPr id="0" name=""/>
        <dsp:cNvSpPr/>
      </dsp:nvSpPr>
      <dsp:spPr>
        <a:xfrm>
          <a:off x="1206169" y="1305824"/>
          <a:ext cx="8551193" cy="10443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522" tIns="110522" rIns="110522" bIns="11052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 have four years of experience working in Biotech, including my time as a Graduate Research Assistant at Oakland University and as part of the project management team at Novogene.</a:t>
          </a:r>
        </a:p>
      </dsp:txBody>
      <dsp:txXfrm>
        <a:off x="1206169" y="1305824"/>
        <a:ext cx="8551193" cy="1044302"/>
      </dsp:txXfrm>
    </dsp:sp>
    <dsp:sp modelId="{2ED4DB6F-197A-4176-9280-BFCEAD2C0943}">
      <dsp:nvSpPr>
        <dsp:cNvPr id="0" name=""/>
        <dsp:cNvSpPr/>
      </dsp:nvSpPr>
      <dsp:spPr>
        <a:xfrm>
          <a:off x="0" y="2611202"/>
          <a:ext cx="9757363" cy="10443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404FA5-7B1A-48EE-960B-96973E30DE1C}">
      <dsp:nvSpPr>
        <dsp:cNvPr id="0" name=""/>
        <dsp:cNvSpPr/>
      </dsp:nvSpPr>
      <dsp:spPr>
        <a:xfrm>
          <a:off x="315901" y="2846170"/>
          <a:ext cx="574366" cy="57436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28DCE8-1D56-4673-9EB2-528C27FD4CAC}">
      <dsp:nvSpPr>
        <dsp:cNvPr id="0" name=""/>
        <dsp:cNvSpPr/>
      </dsp:nvSpPr>
      <dsp:spPr>
        <a:xfrm>
          <a:off x="1206169" y="2611202"/>
          <a:ext cx="8551193" cy="10443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522" tIns="110522" rIns="110522" bIns="11052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 grew up in New Delhi, India, and currently based out of Commerce, MI. I love spending time with my dog and am excited for the opportunity to meet with you and for being considered for this role!</a:t>
          </a:r>
        </a:p>
      </dsp:txBody>
      <dsp:txXfrm>
        <a:off x="1206169" y="2611202"/>
        <a:ext cx="8551193" cy="10443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C4CF48-BEE3-5949-BCD5-EAC8E3B4E675}">
      <dsp:nvSpPr>
        <dsp:cNvPr id="0" name=""/>
        <dsp:cNvSpPr/>
      </dsp:nvSpPr>
      <dsp:spPr>
        <a:xfrm>
          <a:off x="0" y="46840"/>
          <a:ext cx="4824412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Project Management| NGS Research Project Coordinator</a:t>
          </a:r>
        </a:p>
      </dsp:txBody>
      <dsp:txXfrm>
        <a:off x="40780" y="87620"/>
        <a:ext cx="4742852" cy="753819"/>
      </dsp:txXfrm>
    </dsp:sp>
    <dsp:sp modelId="{293EC2AA-B19A-0543-B551-3B90447B251A}">
      <dsp:nvSpPr>
        <dsp:cNvPr id="0" name=""/>
        <dsp:cNvSpPr/>
      </dsp:nvSpPr>
      <dsp:spPr>
        <a:xfrm>
          <a:off x="0" y="882220"/>
          <a:ext cx="4824412" cy="825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175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 err="1"/>
            <a:t>Novogene</a:t>
          </a:r>
          <a:r>
            <a:rPr lang="en-US" sz="1600" kern="1200" dirty="0"/>
            <a:t> Corp.,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/>
            <a:t>Commerce, MI (Remote)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/>
            <a:t>2022- Present</a:t>
          </a:r>
        </a:p>
      </dsp:txBody>
      <dsp:txXfrm>
        <a:off x="0" y="882220"/>
        <a:ext cx="4824412" cy="825930"/>
      </dsp:txXfrm>
    </dsp:sp>
    <dsp:sp modelId="{60C79CD8-453A-304E-A4B4-F529FC69D731}">
      <dsp:nvSpPr>
        <dsp:cNvPr id="0" name=""/>
        <dsp:cNvSpPr/>
      </dsp:nvSpPr>
      <dsp:spPr>
        <a:xfrm>
          <a:off x="0" y="1708150"/>
          <a:ext cx="4824412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Graduate Research &amp; Teaching Assistant </a:t>
          </a:r>
        </a:p>
      </dsp:txBody>
      <dsp:txXfrm>
        <a:off x="40780" y="1748930"/>
        <a:ext cx="4742852" cy="753819"/>
      </dsp:txXfrm>
    </dsp:sp>
    <dsp:sp modelId="{B4C54A19-3536-1A4E-A1EA-C2771B313FD4}">
      <dsp:nvSpPr>
        <dsp:cNvPr id="0" name=""/>
        <dsp:cNvSpPr/>
      </dsp:nvSpPr>
      <dsp:spPr>
        <a:xfrm>
          <a:off x="0" y="2543529"/>
          <a:ext cx="4824412" cy="825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175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/>
            <a:t>Oakland University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/>
            <a:t>Auburn Hills, MI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/>
            <a:t>2019-2021</a:t>
          </a:r>
        </a:p>
      </dsp:txBody>
      <dsp:txXfrm>
        <a:off x="0" y="2543529"/>
        <a:ext cx="4824412" cy="82593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C4CF48-BEE3-5949-BCD5-EAC8E3B4E675}">
      <dsp:nvSpPr>
        <dsp:cNvPr id="0" name=""/>
        <dsp:cNvSpPr/>
      </dsp:nvSpPr>
      <dsp:spPr>
        <a:xfrm>
          <a:off x="0" y="28310"/>
          <a:ext cx="4824412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Certificate of Information Science</a:t>
          </a:r>
        </a:p>
      </dsp:txBody>
      <dsp:txXfrm>
        <a:off x="19904" y="48214"/>
        <a:ext cx="4784604" cy="367937"/>
      </dsp:txXfrm>
    </dsp:sp>
    <dsp:sp modelId="{293EC2AA-B19A-0543-B551-3B90447B251A}">
      <dsp:nvSpPr>
        <dsp:cNvPr id="0" name=""/>
        <dsp:cNvSpPr/>
      </dsp:nvSpPr>
      <dsp:spPr>
        <a:xfrm>
          <a:off x="0" y="474970"/>
          <a:ext cx="4824412" cy="6862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175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 dirty="0"/>
            <a:t>Data Science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 dirty="0"/>
            <a:t>Oakland Community College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 dirty="0"/>
            <a:t>Present</a:t>
          </a:r>
        </a:p>
      </dsp:txBody>
      <dsp:txXfrm>
        <a:off x="0" y="474970"/>
        <a:ext cx="4824412" cy="686204"/>
      </dsp:txXfrm>
    </dsp:sp>
    <dsp:sp modelId="{60C79CD8-453A-304E-A4B4-F529FC69D731}">
      <dsp:nvSpPr>
        <dsp:cNvPr id="0" name=""/>
        <dsp:cNvSpPr/>
      </dsp:nvSpPr>
      <dsp:spPr>
        <a:xfrm>
          <a:off x="0" y="1161175"/>
          <a:ext cx="4824412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Master of Science</a:t>
          </a:r>
        </a:p>
      </dsp:txBody>
      <dsp:txXfrm>
        <a:off x="19904" y="1181079"/>
        <a:ext cx="4784604" cy="367937"/>
      </dsp:txXfrm>
    </dsp:sp>
    <dsp:sp modelId="{B4C54A19-3536-1A4E-A1EA-C2771B313FD4}">
      <dsp:nvSpPr>
        <dsp:cNvPr id="0" name=""/>
        <dsp:cNvSpPr/>
      </dsp:nvSpPr>
      <dsp:spPr>
        <a:xfrm>
          <a:off x="0" y="1568920"/>
          <a:ext cx="4824412" cy="6862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175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 dirty="0"/>
            <a:t>Biology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 dirty="0"/>
            <a:t>Oakland University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 dirty="0"/>
            <a:t>2019-2021</a:t>
          </a:r>
        </a:p>
      </dsp:txBody>
      <dsp:txXfrm>
        <a:off x="0" y="1568920"/>
        <a:ext cx="4824412" cy="686204"/>
      </dsp:txXfrm>
    </dsp:sp>
    <dsp:sp modelId="{4C695A41-D314-CD43-9C52-F67E38984D60}">
      <dsp:nvSpPr>
        <dsp:cNvPr id="0" name=""/>
        <dsp:cNvSpPr/>
      </dsp:nvSpPr>
      <dsp:spPr>
        <a:xfrm>
          <a:off x="0" y="2255125"/>
          <a:ext cx="4824412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Bachelor of Technology</a:t>
          </a:r>
        </a:p>
      </dsp:txBody>
      <dsp:txXfrm>
        <a:off x="19904" y="2275029"/>
        <a:ext cx="4784604" cy="367937"/>
      </dsp:txXfrm>
    </dsp:sp>
    <dsp:sp modelId="{E6BFB32E-099A-8F4F-B6FC-F3383D40F5EB}">
      <dsp:nvSpPr>
        <dsp:cNvPr id="0" name=""/>
        <dsp:cNvSpPr/>
      </dsp:nvSpPr>
      <dsp:spPr>
        <a:xfrm>
          <a:off x="0" y="2662870"/>
          <a:ext cx="4824412" cy="6862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175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 dirty="0"/>
            <a:t>Biotechnology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 dirty="0"/>
            <a:t>JIIT, Noida, India,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 dirty="0"/>
            <a:t>2015-2019</a:t>
          </a:r>
        </a:p>
      </dsp:txBody>
      <dsp:txXfrm>
        <a:off x="0" y="2662870"/>
        <a:ext cx="4824412" cy="68620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71F845-2DAF-4899-9262-D4FC44E09E04}">
      <dsp:nvSpPr>
        <dsp:cNvPr id="0" name=""/>
        <dsp:cNvSpPr/>
      </dsp:nvSpPr>
      <dsp:spPr>
        <a:xfrm>
          <a:off x="57278" y="848601"/>
          <a:ext cx="894271" cy="89427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4294FA-5FAE-4D86-B216-5C57B7469F46}">
      <dsp:nvSpPr>
        <dsp:cNvPr id="0" name=""/>
        <dsp:cNvSpPr/>
      </dsp:nvSpPr>
      <dsp:spPr>
        <a:xfrm>
          <a:off x="245075" y="1036398"/>
          <a:ext cx="518677" cy="51867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D69654-40E8-4B87-88D0-3E81A37F6DC1}">
      <dsp:nvSpPr>
        <dsp:cNvPr id="0" name=""/>
        <dsp:cNvSpPr/>
      </dsp:nvSpPr>
      <dsp:spPr>
        <a:xfrm>
          <a:off x="1143180" y="848601"/>
          <a:ext cx="2107926" cy="894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</a:t>
          </a:r>
          <a:r>
            <a:rPr lang="en-US" sz="1400" b="0" i="0" kern="1200" dirty="0"/>
            <a:t>ommunicate data insights to stakeholders.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Use analytical and problem-solving skills to troubleshoot projects deviating from time, scope or budget.</a:t>
          </a:r>
          <a:endParaRPr lang="en-US" sz="1400" kern="1200" dirty="0"/>
        </a:p>
      </dsp:txBody>
      <dsp:txXfrm>
        <a:off x="1143180" y="848601"/>
        <a:ext cx="2107926" cy="894271"/>
      </dsp:txXfrm>
    </dsp:sp>
    <dsp:sp modelId="{7B6E238A-A4C3-4337-9D5F-3000A38ECDDC}">
      <dsp:nvSpPr>
        <dsp:cNvPr id="0" name=""/>
        <dsp:cNvSpPr/>
      </dsp:nvSpPr>
      <dsp:spPr>
        <a:xfrm>
          <a:off x="3618396" y="848601"/>
          <a:ext cx="894271" cy="89427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703B6F-B0CA-408F-B11C-8A2DF759E20B}">
      <dsp:nvSpPr>
        <dsp:cNvPr id="0" name=""/>
        <dsp:cNvSpPr/>
      </dsp:nvSpPr>
      <dsp:spPr>
        <a:xfrm>
          <a:off x="3806193" y="1036398"/>
          <a:ext cx="518677" cy="51867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22E09A-2585-47A3-916E-7A257EF2453B}">
      <dsp:nvSpPr>
        <dsp:cNvPr id="0" name=""/>
        <dsp:cNvSpPr/>
      </dsp:nvSpPr>
      <dsp:spPr>
        <a:xfrm>
          <a:off x="4704298" y="848601"/>
          <a:ext cx="2107926" cy="894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Contribute to the development of the resources, recommend improvements through data and reporting.</a:t>
          </a:r>
          <a:endParaRPr lang="en-US" sz="1400" kern="1200" dirty="0"/>
        </a:p>
      </dsp:txBody>
      <dsp:txXfrm>
        <a:off x="4704298" y="848601"/>
        <a:ext cx="2107926" cy="894271"/>
      </dsp:txXfrm>
    </dsp:sp>
    <dsp:sp modelId="{E3B6817A-3257-404D-891F-16E9FA947954}">
      <dsp:nvSpPr>
        <dsp:cNvPr id="0" name=""/>
        <dsp:cNvSpPr/>
      </dsp:nvSpPr>
      <dsp:spPr>
        <a:xfrm>
          <a:off x="7179514" y="848601"/>
          <a:ext cx="894271" cy="89427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739708-C7A0-4754-90D4-29DA589989BE}">
      <dsp:nvSpPr>
        <dsp:cNvPr id="0" name=""/>
        <dsp:cNvSpPr/>
      </dsp:nvSpPr>
      <dsp:spPr>
        <a:xfrm>
          <a:off x="7367311" y="1036398"/>
          <a:ext cx="518677" cy="51867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63A6C1-4D6C-4396-967A-6ED39C7772A2}">
      <dsp:nvSpPr>
        <dsp:cNvPr id="0" name=""/>
        <dsp:cNvSpPr/>
      </dsp:nvSpPr>
      <dsp:spPr>
        <a:xfrm>
          <a:off x="8265415" y="848601"/>
          <a:ext cx="2107926" cy="894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Complete assigned tasks according to established timeline. </a:t>
          </a:r>
          <a:endParaRPr lang="en-US" sz="1400" kern="1200" dirty="0"/>
        </a:p>
      </dsp:txBody>
      <dsp:txXfrm>
        <a:off x="8265415" y="848601"/>
        <a:ext cx="2107926" cy="894271"/>
      </dsp:txXfrm>
    </dsp:sp>
    <dsp:sp modelId="{5987ACC5-8F1D-439D-BDF9-D9D4AB9119FD}">
      <dsp:nvSpPr>
        <dsp:cNvPr id="0" name=""/>
        <dsp:cNvSpPr/>
      </dsp:nvSpPr>
      <dsp:spPr>
        <a:xfrm>
          <a:off x="57278" y="2456821"/>
          <a:ext cx="894271" cy="89427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3EC0D1-E271-43CD-ABD6-A15F09645163}">
      <dsp:nvSpPr>
        <dsp:cNvPr id="0" name=""/>
        <dsp:cNvSpPr/>
      </dsp:nvSpPr>
      <dsp:spPr>
        <a:xfrm>
          <a:off x="245075" y="2644618"/>
          <a:ext cx="518677" cy="51867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2EE155-C379-4128-BAC9-0E58AF94984D}">
      <dsp:nvSpPr>
        <dsp:cNvPr id="0" name=""/>
        <dsp:cNvSpPr/>
      </dsp:nvSpPr>
      <dsp:spPr>
        <a:xfrm>
          <a:off x="1143180" y="2456821"/>
          <a:ext cx="2107926" cy="894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Support risk analysis and risk mitigation planning for projects</a:t>
          </a:r>
          <a:endParaRPr lang="en-US" sz="1400" kern="1200" dirty="0"/>
        </a:p>
      </dsp:txBody>
      <dsp:txXfrm>
        <a:off x="1143180" y="2456821"/>
        <a:ext cx="2107926" cy="894271"/>
      </dsp:txXfrm>
    </dsp:sp>
    <dsp:sp modelId="{F6F341BB-13C0-43FE-90D1-657550AD7E95}">
      <dsp:nvSpPr>
        <dsp:cNvPr id="0" name=""/>
        <dsp:cNvSpPr/>
      </dsp:nvSpPr>
      <dsp:spPr>
        <a:xfrm>
          <a:off x="3618396" y="2456821"/>
          <a:ext cx="894271" cy="89427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6091B4-F05E-4BA0-9DDF-2053E5636146}">
      <dsp:nvSpPr>
        <dsp:cNvPr id="0" name=""/>
        <dsp:cNvSpPr/>
      </dsp:nvSpPr>
      <dsp:spPr>
        <a:xfrm>
          <a:off x="3806193" y="2644618"/>
          <a:ext cx="518677" cy="51867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175391-19FE-4091-A53E-E949BC757779}">
      <dsp:nvSpPr>
        <dsp:cNvPr id="0" name=""/>
        <dsp:cNvSpPr/>
      </dsp:nvSpPr>
      <dsp:spPr>
        <a:xfrm>
          <a:off x="4704298" y="2456821"/>
          <a:ext cx="2107926" cy="894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Establish and maintain partnerships with internal and external stakeholders.</a:t>
          </a:r>
          <a:endParaRPr lang="en-US" sz="1400" kern="1200" dirty="0"/>
        </a:p>
      </dsp:txBody>
      <dsp:txXfrm>
        <a:off x="4704298" y="2456821"/>
        <a:ext cx="2107926" cy="894271"/>
      </dsp:txXfrm>
    </dsp:sp>
    <dsp:sp modelId="{6E5AE4CB-DBAD-4FB1-9A47-C14F3F5DD7CD}">
      <dsp:nvSpPr>
        <dsp:cNvPr id="0" name=""/>
        <dsp:cNvSpPr/>
      </dsp:nvSpPr>
      <dsp:spPr>
        <a:xfrm>
          <a:off x="7179514" y="2456821"/>
          <a:ext cx="894271" cy="89427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778BBE-1CD1-4726-AD6F-81CC927053F6}">
      <dsp:nvSpPr>
        <dsp:cNvPr id="0" name=""/>
        <dsp:cNvSpPr/>
      </dsp:nvSpPr>
      <dsp:spPr>
        <a:xfrm>
          <a:off x="7367311" y="2644618"/>
          <a:ext cx="518677" cy="518677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A5D8FC-8632-4055-8196-1A01E02D4500}">
      <dsp:nvSpPr>
        <dsp:cNvPr id="0" name=""/>
        <dsp:cNvSpPr/>
      </dsp:nvSpPr>
      <dsp:spPr>
        <a:xfrm>
          <a:off x="8265415" y="2456821"/>
          <a:ext cx="2107926" cy="894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Builds productive working relationships with departments that are key partners (e.g., R&amp;D)</a:t>
          </a:r>
          <a:endParaRPr lang="en-US" sz="1400" kern="1200"/>
        </a:p>
      </dsp:txBody>
      <dsp:txXfrm>
        <a:off x="8265415" y="2456821"/>
        <a:ext cx="2107926" cy="89427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EA941A-F754-46DB-87F1-48219975E1FC}">
      <dsp:nvSpPr>
        <dsp:cNvPr id="0" name=""/>
        <dsp:cNvSpPr/>
      </dsp:nvSpPr>
      <dsp:spPr>
        <a:xfrm>
          <a:off x="172693" y="594685"/>
          <a:ext cx="799162" cy="79916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098F42-8411-45EE-ADA1-10340B4AB532}">
      <dsp:nvSpPr>
        <dsp:cNvPr id="0" name=""/>
        <dsp:cNvSpPr/>
      </dsp:nvSpPr>
      <dsp:spPr>
        <a:xfrm>
          <a:off x="340517" y="762510"/>
          <a:ext cx="463514" cy="4635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D5A5E6-C72E-4D41-B8B2-71857B3AE851}">
      <dsp:nvSpPr>
        <dsp:cNvPr id="0" name=""/>
        <dsp:cNvSpPr/>
      </dsp:nvSpPr>
      <dsp:spPr>
        <a:xfrm>
          <a:off x="1143105" y="594685"/>
          <a:ext cx="1883741" cy="7991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cap="none"/>
            <a:t>Contributes data analysis expertise for short- and long-term strategic planning process activities.</a:t>
          </a:r>
          <a:endParaRPr lang="en-US" sz="1400" b="0" kern="1200" cap="none"/>
        </a:p>
      </dsp:txBody>
      <dsp:txXfrm>
        <a:off x="1143105" y="594685"/>
        <a:ext cx="1883741" cy="799162"/>
      </dsp:txXfrm>
    </dsp:sp>
    <dsp:sp modelId="{B5A17C71-5C18-40F5-8398-EFC3864830C6}">
      <dsp:nvSpPr>
        <dsp:cNvPr id="0" name=""/>
        <dsp:cNvSpPr/>
      </dsp:nvSpPr>
      <dsp:spPr>
        <a:xfrm>
          <a:off x="3355073" y="594685"/>
          <a:ext cx="799162" cy="79916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D329D9-BB97-4161-B975-F3E81D12ADE5}">
      <dsp:nvSpPr>
        <dsp:cNvPr id="0" name=""/>
        <dsp:cNvSpPr/>
      </dsp:nvSpPr>
      <dsp:spPr>
        <a:xfrm>
          <a:off x="3522898" y="762510"/>
          <a:ext cx="463514" cy="4635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42431B-978A-42AB-BB41-EF565F7240DF}">
      <dsp:nvSpPr>
        <dsp:cNvPr id="0" name=""/>
        <dsp:cNvSpPr/>
      </dsp:nvSpPr>
      <dsp:spPr>
        <a:xfrm>
          <a:off x="4325485" y="594685"/>
          <a:ext cx="1883741" cy="7991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cap="none"/>
            <a:t>Complete assigned tasks according to established timeline.</a:t>
          </a:r>
          <a:endParaRPr lang="en-US" sz="1400" kern="1200" cap="none"/>
        </a:p>
      </dsp:txBody>
      <dsp:txXfrm>
        <a:off x="4325485" y="594685"/>
        <a:ext cx="1883741" cy="799162"/>
      </dsp:txXfrm>
    </dsp:sp>
    <dsp:sp modelId="{07DE29C3-A8D7-4052-8A30-48B8CBBD5747}">
      <dsp:nvSpPr>
        <dsp:cNvPr id="0" name=""/>
        <dsp:cNvSpPr/>
      </dsp:nvSpPr>
      <dsp:spPr>
        <a:xfrm>
          <a:off x="6537454" y="594685"/>
          <a:ext cx="799162" cy="79916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5E88CB-EAAF-487A-9AF6-21A3A4113027}">
      <dsp:nvSpPr>
        <dsp:cNvPr id="0" name=""/>
        <dsp:cNvSpPr/>
      </dsp:nvSpPr>
      <dsp:spPr>
        <a:xfrm>
          <a:off x="6705278" y="762510"/>
          <a:ext cx="463514" cy="4635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D4E0EE-4E03-4EAD-94CF-4760AB0632CD}">
      <dsp:nvSpPr>
        <dsp:cNvPr id="0" name=""/>
        <dsp:cNvSpPr/>
      </dsp:nvSpPr>
      <dsp:spPr>
        <a:xfrm>
          <a:off x="7507866" y="594685"/>
          <a:ext cx="1883741" cy="7991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cap="none" dirty="0"/>
            <a:t>Present data insights in weekly and monthly team meetings. </a:t>
          </a:r>
          <a:endParaRPr lang="en-US" sz="1400" kern="1200" cap="none" dirty="0"/>
        </a:p>
      </dsp:txBody>
      <dsp:txXfrm>
        <a:off x="7507866" y="594685"/>
        <a:ext cx="1883741" cy="799162"/>
      </dsp:txXfrm>
    </dsp:sp>
    <dsp:sp modelId="{096EEAC1-F1F5-4135-B8FB-5CFD97C21701}">
      <dsp:nvSpPr>
        <dsp:cNvPr id="0" name=""/>
        <dsp:cNvSpPr/>
      </dsp:nvSpPr>
      <dsp:spPr>
        <a:xfrm>
          <a:off x="172693" y="1964823"/>
          <a:ext cx="799162" cy="79916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CB5CDF-0B72-4D8B-A1C4-B694C1BC4D4F}">
      <dsp:nvSpPr>
        <dsp:cNvPr id="0" name=""/>
        <dsp:cNvSpPr/>
      </dsp:nvSpPr>
      <dsp:spPr>
        <a:xfrm>
          <a:off x="340517" y="2132647"/>
          <a:ext cx="463514" cy="46351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637B52-0B6A-490D-8719-AE95553902BA}">
      <dsp:nvSpPr>
        <dsp:cNvPr id="0" name=""/>
        <dsp:cNvSpPr/>
      </dsp:nvSpPr>
      <dsp:spPr>
        <a:xfrm>
          <a:off x="1143105" y="1964823"/>
          <a:ext cx="1883741" cy="7991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Demonstrate lab experiments </a:t>
          </a:r>
        </a:p>
      </dsp:txBody>
      <dsp:txXfrm>
        <a:off x="1143105" y="1964823"/>
        <a:ext cx="1883741" cy="799162"/>
      </dsp:txXfrm>
    </dsp:sp>
    <dsp:sp modelId="{77C114A2-D37A-4868-87D8-EFAE91DE5F2B}">
      <dsp:nvSpPr>
        <dsp:cNvPr id="0" name=""/>
        <dsp:cNvSpPr/>
      </dsp:nvSpPr>
      <dsp:spPr>
        <a:xfrm>
          <a:off x="3355073" y="1964823"/>
          <a:ext cx="799162" cy="79916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62AB6F-0F35-48D5-BBC9-BCD6AC35B0D7}">
      <dsp:nvSpPr>
        <dsp:cNvPr id="0" name=""/>
        <dsp:cNvSpPr/>
      </dsp:nvSpPr>
      <dsp:spPr>
        <a:xfrm>
          <a:off x="3522898" y="2132647"/>
          <a:ext cx="463514" cy="46351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01FF3B-25D8-419D-8338-D827D1A1CCA2}">
      <dsp:nvSpPr>
        <dsp:cNvPr id="0" name=""/>
        <dsp:cNvSpPr/>
      </dsp:nvSpPr>
      <dsp:spPr>
        <a:xfrm>
          <a:off x="4325485" y="1964823"/>
          <a:ext cx="1883741" cy="7991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Conduct lectures to explain concepts. Provide feedback towards enhancing learning </a:t>
          </a:r>
        </a:p>
      </dsp:txBody>
      <dsp:txXfrm>
        <a:off x="4325485" y="1964823"/>
        <a:ext cx="1883741" cy="799162"/>
      </dsp:txXfrm>
    </dsp:sp>
    <dsp:sp modelId="{454B6A52-C1B6-4003-BBC1-8C761AB84D83}">
      <dsp:nvSpPr>
        <dsp:cNvPr id="0" name=""/>
        <dsp:cNvSpPr/>
      </dsp:nvSpPr>
      <dsp:spPr>
        <a:xfrm>
          <a:off x="6537454" y="1964823"/>
          <a:ext cx="799162" cy="79916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236D8E-3D62-4C48-BBBD-1E64A7FDAE1A}">
      <dsp:nvSpPr>
        <dsp:cNvPr id="0" name=""/>
        <dsp:cNvSpPr/>
      </dsp:nvSpPr>
      <dsp:spPr>
        <a:xfrm>
          <a:off x="6705278" y="2132647"/>
          <a:ext cx="463514" cy="463514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357D84-29B7-49EA-9C72-06860D39D7BE}">
      <dsp:nvSpPr>
        <dsp:cNvPr id="0" name=""/>
        <dsp:cNvSpPr/>
      </dsp:nvSpPr>
      <dsp:spPr>
        <a:xfrm>
          <a:off x="7507866" y="1964823"/>
          <a:ext cx="1883741" cy="7991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Answering student queries in person and online</a:t>
          </a:r>
        </a:p>
      </dsp:txBody>
      <dsp:txXfrm>
        <a:off x="7507866" y="1964823"/>
        <a:ext cx="1883741" cy="79916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7E3905-2CE6-2346-AF4E-8F340FE0BA51}">
      <dsp:nvSpPr>
        <dsp:cNvPr id="0" name=""/>
        <dsp:cNvSpPr/>
      </dsp:nvSpPr>
      <dsp:spPr>
        <a:xfrm>
          <a:off x="0" y="0"/>
          <a:ext cx="1011981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9FA97D-B7E1-8B4E-B2EA-E2715C115024}">
      <dsp:nvSpPr>
        <dsp:cNvPr id="0" name=""/>
        <dsp:cNvSpPr/>
      </dsp:nvSpPr>
      <dsp:spPr>
        <a:xfrm>
          <a:off x="0" y="0"/>
          <a:ext cx="10119819" cy="8868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dirty="0"/>
            <a:t>Aim: </a:t>
          </a:r>
          <a:r>
            <a:rPr lang="en-US" sz="1700" b="0" i="0" kern="1200" dirty="0"/>
            <a:t>Impact of mutations in the FACT complex on transcription.</a:t>
          </a:r>
          <a:endParaRPr lang="en-US" sz="1700" kern="1200" dirty="0"/>
        </a:p>
      </dsp:txBody>
      <dsp:txXfrm>
        <a:off x="0" y="0"/>
        <a:ext cx="10119819" cy="886865"/>
      </dsp:txXfrm>
    </dsp:sp>
    <dsp:sp modelId="{8C3AD395-5615-394F-AC0B-332291FE7505}">
      <dsp:nvSpPr>
        <dsp:cNvPr id="0" name=""/>
        <dsp:cNvSpPr/>
      </dsp:nvSpPr>
      <dsp:spPr>
        <a:xfrm>
          <a:off x="0" y="886865"/>
          <a:ext cx="10119819" cy="0"/>
        </a:xfrm>
        <a:prstGeom prst="line">
          <a:avLst/>
        </a:prstGeom>
        <a:solidFill>
          <a:schemeClr val="accent2">
            <a:hueOff val="-6588574"/>
            <a:satOff val="300"/>
            <a:lumOff val="0"/>
            <a:alphaOff val="0"/>
          </a:schemeClr>
        </a:solidFill>
        <a:ln w="19050" cap="rnd" cmpd="sng" algn="ctr">
          <a:solidFill>
            <a:schemeClr val="accent2">
              <a:hueOff val="-6588574"/>
              <a:satOff val="30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C69946-2FE0-4847-B219-F9613A7413E1}">
      <dsp:nvSpPr>
        <dsp:cNvPr id="0" name=""/>
        <dsp:cNvSpPr/>
      </dsp:nvSpPr>
      <dsp:spPr>
        <a:xfrm>
          <a:off x="0" y="886865"/>
          <a:ext cx="10119819" cy="8868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dirty="0"/>
            <a:t>Summary</a:t>
          </a:r>
          <a:r>
            <a:rPr lang="en-US" sz="1700" b="0" i="0" kern="1200" dirty="0"/>
            <a:t>: Roles of FACT CTRs in regulating chromatin structure and transcription were investigated using chromatin immunoprecipitation (</a:t>
          </a:r>
          <a:r>
            <a:rPr lang="en-US" sz="1700" b="0" i="0" kern="1200" dirty="0" err="1"/>
            <a:t>ChIP</a:t>
          </a:r>
          <a:r>
            <a:rPr lang="en-US" sz="1700" b="0" i="0" kern="1200" dirty="0"/>
            <a:t>) followed by DNA sequencing (</a:t>
          </a:r>
          <a:r>
            <a:rPr lang="en-US" sz="1700" b="0" i="0" kern="1200" dirty="0" err="1"/>
            <a:t>ChIP</a:t>
          </a:r>
          <a:r>
            <a:rPr lang="en-US" sz="1700" b="0" i="0" kern="1200" dirty="0"/>
            <a:t>-seq).</a:t>
          </a:r>
          <a:endParaRPr lang="en-US" sz="1700" kern="1200" dirty="0"/>
        </a:p>
      </dsp:txBody>
      <dsp:txXfrm>
        <a:off x="0" y="886865"/>
        <a:ext cx="10119819" cy="886865"/>
      </dsp:txXfrm>
    </dsp:sp>
    <dsp:sp modelId="{E1194EB6-83F3-6F49-85E8-C7493A297563}">
      <dsp:nvSpPr>
        <dsp:cNvPr id="0" name=""/>
        <dsp:cNvSpPr/>
      </dsp:nvSpPr>
      <dsp:spPr>
        <a:xfrm>
          <a:off x="0" y="1773731"/>
          <a:ext cx="10119819" cy="0"/>
        </a:xfrm>
        <a:prstGeom prst="line">
          <a:avLst/>
        </a:prstGeom>
        <a:solidFill>
          <a:schemeClr val="accent2">
            <a:hueOff val="-13177148"/>
            <a:satOff val="601"/>
            <a:lumOff val="0"/>
            <a:alphaOff val="0"/>
          </a:schemeClr>
        </a:solidFill>
        <a:ln w="19050" cap="rnd" cmpd="sng" algn="ctr">
          <a:solidFill>
            <a:schemeClr val="accent2">
              <a:hueOff val="-13177148"/>
              <a:satOff val="601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C8EC94-19FD-2849-B8B3-5E1C9577D170}">
      <dsp:nvSpPr>
        <dsp:cNvPr id="0" name=""/>
        <dsp:cNvSpPr/>
      </dsp:nvSpPr>
      <dsp:spPr>
        <a:xfrm>
          <a:off x="0" y="1773730"/>
          <a:ext cx="10119819" cy="8868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dirty="0"/>
            <a:t>Methods: </a:t>
          </a:r>
          <a:r>
            <a:rPr lang="en-US" sz="1700" b="0" i="0" kern="1200" dirty="0"/>
            <a:t>PCR, Western Blot, RNA Purification, </a:t>
          </a:r>
          <a:r>
            <a:rPr lang="en-US" sz="1700" b="0" i="0" kern="1200" dirty="0" err="1"/>
            <a:t>ChIP</a:t>
          </a:r>
          <a:r>
            <a:rPr lang="en-US" sz="1700" b="0" i="0" kern="1200" dirty="0"/>
            <a:t>-seq, DNA electrophoresis, Cell culture. </a:t>
          </a:r>
          <a:endParaRPr lang="en-US" sz="1700" kern="1200" dirty="0"/>
        </a:p>
      </dsp:txBody>
      <dsp:txXfrm>
        <a:off x="0" y="1773730"/>
        <a:ext cx="10119819" cy="886865"/>
      </dsp:txXfrm>
    </dsp:sp>
    <dsp:sp modelId="{291ADCAB-0777-6543-9A2F-42F72A06C599}">
      <dsp:nvSpPr>
        <dsp:cNvPr id="0" name=""/>
        <dsp:cNvSpPr/>
      </dsp:nvSpPr>
      <dsp:spPr>
        <a:xfrm>
          <a:off x="0" y="2660596"/>
          <a:ext cx="10119819" cy="0"/>
        </a:xfrm>
        <a:prstGeom prst="line">
          <a:avLst/>
        </a:prstGeom>
        <a:solidFill>
          <a:schemeClr val="accent2">
            <a:hueOff val="-19765721"/>
            <a:satOff val="901"/>
            <a:lumOff val="0"/>
            <a:alphaOff val="0"/>
          </a:schemeClr>
        </a:solidFill>
        <a:ln w="19050" cap="rnd" cmpd="sng" algn="ctr">
          <a:solidFill>
            <a:schemeClr val="accent2">
              <a:hueOff val="-19765721"/>
              <a:satOff val="901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1296C4-E878-4144-9545-B779F781EE59}">
      <dsp:nvSpPr>
        <dsp:cNvPr id="0" name=""/>
        <dsp:cNvSpPr/>
      </dsp:nvSpPr>
      <dsp:spPr>
        <a:xfrm>
          <a:off x="0" y="2660596"/>
          <a:ext cx="10119819" cy="8868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dirty="0"/>
            <a:t>Results: </a:t>
          </a:r>
          <a:r>
            <a:rPr lang="en-US" sz="1700" b="0" i="0" kern="1200" dirty="0"/>
            <a:t>CTR mutants showed increased histone occupancies in promoters, NDRs, and 5’ ends of the CDSs. </a:t>
          </a:r>
          <a:r>
            <a:rPr lang="en-US" sz="1700" b="0" i="1" kern="1200" dirty="0"/>
            <a:t>In vivo </a:t>
          </a:r>
          <a:r>
            <a:rPr lang="en-US" sz="1700" b="0" i="0" kern="1200" dirty="0"/>
            <a:t>evidence for FACT in disassembling nucleosomes.</a:t>
          </a:r>
          <a:endParaRPr lang="en-US" sz="1700" kern="1200" dirty="0"/>
        </a:p>
      </dsp:txBody>
      <dsp:txXfrm>
        <a:off x="0" y="2660596"/>
        <a:ext cx="10119819" cy="88686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A9BC76-A075-3A46-809E-D0F4D3F35523}">
      <dsp:nvSpPr>
        <dsp:cNvPr id="0" name=""/>
        <dsp:cNvSpPr/>
      </dsp:nvSpPr>
      <dsp:spPr>
        <a:xfrm>
          <a:off x="0" y="1632"/>
          <a:ext cx="639127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A9FC9E-F615-C34A-A537-7C4D55A681EB}">
      <dsp:nvSpPr>
        <dsp:cNvPr id="0" name=""/>
        <dsp:cNvSpPr/>
      </dsp:nvSpPr>
      <dsp:spPr>
        <a:xfrm>
          <a:off x="0" y="1632"/>
          <a:ext cx="6391275" cy="14551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dirty="0"/>
            <a:t>Aim: Analysis of genes associated with FACT complex in Saccharomyces cerevisiae and its comparison with </a:t>
          </a:r>
          <a:r>
            <a:rPr lang="en-US" sz="1400" b="1" i="1" kern="1200" dirty="0"/>
            <a:t>Homo sapiens, Mus musculus, and Musca domestica</a:t>
          </a:r>
          <a:endParaRPr lang="en-US" sz="1400" b="1" kern="1200" dirty="0"/>
        </a:p>
      </dsp:txBody>
      <dsp:txXfrm>
        <a:off x="0" y="1632"/>
        <a:ext cx="6391275" cy="1455135"/>
      </dsp:txXfrm>
    </dsp:sp>
    <dsp:sp modelId="{49FB5DA0-D197-8140-8F3F-84A6E6298EBA}">
      <dsp:nvSpPr>
        <dsp:cNvPr id="0" name=""/>
        <dsp:cNvSpPr/>
      </dsp:nvSpPr>
      <dsp:spPr>
        <a:xfrm>
          <a:off x="0" y="1456768"/>
          <a:ext cx="6391275" cy="0"/>
        </a:xfrm>
        <a:prstGeom prst="line">
          <a:avLst/>
        </a:prstGeom>
        <a:solidFill>
          <a:schemeClr val="accent2">
            <a:hueOff val="-4941430"/>
            <a:satOff val="225"/>
            <a:lumOff val="0"/>
            <a:alphaOff val="0"/>
          </a:schemeClr>
        </a:solidFill>
        <a:ln w="19050" cap="rnd" cmpd="sng" algn="ctr">
          <a:solidFill>
            <a:schemeClr val="accent2">
              <a:hueOff val="-4941430"/>
              <a:satOff val="225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D38827-A0D1-C14E-A8A6-C90683FFBB97}">
      <dsp:nvSpPr>
        <dsp:cNvPr id="0" name=""/>
        <dsp:cNvSpPr/>
      </dsp:nvSpPr>
      <dsp:spPr>
        <a:xfrm>
          <a:off x="0" y="1456768"/>
          <a:ext cx="6378798" cy="14618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 dirty="0"/>
            <a:t>Methods:</a:t>
          </a:r>
          <a:r>
            <a:rPr lang="en-US" sz="1300" b="0" i="0" kern="1200" dirty="0"/>
            <a:t> The nucleotide and amino acid sequences for SPT16 and Pob3/SSRP1 of </a:t>
          </a:r>
          <a:r>
            <a:rPr lang="en-US" sz="1300" b="0" i="1" kern="1200" dirty="0"/>
            <a:t>Saccharomyces cerevisiae, Homo sapiens, Mus musculus, and Musca domestica</a:t>
          </a:r>
          <a:r>
            <a:rPr lang="en-US" sz="1300" b="0" i="0" kern="1200" dirty="0"/>
            <a:t> were retrieved, aligned using multiple tools and finally phylogenetic trees were constructed. The amino acid sequences retrieved were also used to compare the primary and secondary structure of the proteins.</a:t>
          </a:r>
          <a:endParaRPr lang="en-US" sz="1300" kern="1200" dirty="0"/>
        </a:p>
      </dsp:txBody>
      <dsp:txXfrm>
        <a:off x="0" y="1456768"/>
        <a:ext cx="6378798" cy="1461829"/>
      </dsp:txXfrm>
    </dsp:sp>
    <dsp:sp modelId="{1642DBCB-C033-364A-9F3A-CBA942020AC8}">
      <dsp:nvSpPr>
        <dsp:cNvPr id="0" name=""/>
        <dsp:cNvSpPr/>
      </dsp:nvSpPr>
      <dsp:spPr>
        <a:xfrm>
          <a:off x="0" y="2918597"/>
          <a:ext cx="6391275" cy="0"/>
        </a:xfrm>
        <a:prstGeom prst="line">
          <a:avLst/>
        </a:prstGeom>
        <a:solidFill>
          <a:schemeClr val="accent2">
            <a:hueOff val="-9882860"/>
            <a:satOff val="451"/>
            <a:lumOff val="0"/>
            <a:alphaOff val="0"/>
          </a:schemeClr>
        </a:solidFill>
        <a:ln w="19050" cap="rnd" cmpd="sng" algn="ctr">
          <a:solidFill>
            <a:schemeClr val="accent2">
              <a:hueOff val="-9882860"/>
              <a:satOff val="451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A5AADB-E914-E046-8216-A5F2655C1AD7}">
      <dsp:nvSpPr>
        <dsp:cNvPr id="0" name=""/>
        <dsp:cNvSpPr/>
      </dsp:nvSpPr>
      <dsp:spPr>
        <a:xfrm>
          <a:off x="0" y="2933090"/>
          <a:ext cx="6391275" cy="8991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 dirty="0"/>
            <a:t>Tools, servers and software used</a:t>
          </a:r>
          <a:r>
            <a:rPr lang="en-US" sz="1300" b="0" i="0" kern="1200" dirty="0"/>
            <a:t>: NCBI, </a:t>
          </a:r>
          <a:r>
            <a:rPr lang="en-US" sz="1300" b="0" i="0" kern="1200" dirty="0" err="1"/>
            <a:t>UniProt</a:t>
          </a:r>
          <a:r>
            <a:rPr lang="en-US" sz="1300" b="0" i="0" kern="1200" dirty="0"/>
            <a:t> KB, CLUSTALW, MAFFT and MUSCLE, </a:t>
          </a:r>
          <a:r>
            <a:rPr lang="en-US" sz="1300" b="0" i="0" kern="1200" dirty="0" err="1"/>
            <a:t>ProtParam</a:t>
          </a:r>
          <a:r>
            <a:rPr lang="en-US" sz="1300" b="0" i="0" kern="1200" dirty="0"/>
            <a:t>, </a:t>
          </a:r>
          <a:r>
            <a:rPr lang="en-US" sz="1300" b="0" i="0" kern="1200" dirty="0" err="1"/>
            <a:t>Expasy</a:t>
          </a:r>
          <a:r>
            <a:rPr lang="en-US" sz="1300" b="0" i="0" kern="1200" dirty="0"/>
            <a:t>,  SOPMA, MEGAX</a:t>
          </a:r>
          <a:endParaRPr lang="en-US" sz="1300" kern="1200" dirty="0"/>
        </a:p>
      </dsp:txBody>
      <dsp:txXfrm>
        <a:off x="0" y="2933090"/>
        <a:ext cx="6391275" cy="899142"/>
      </dsp:txXfrm>
    </dsp:sp>
    <dsp:sp modelId="{9E247BFF-E5DA-144D-A021-D4508B6F7DF3}">
      <dsp:nvSpPr>
        <dsp:cNvPr id="0" name=""/>
        <dsp:cNvSpPr/>
      </dsp:nvSpPr>
      <dsp:spPr>
        <a:xfrm>
          <a:off x="0" y="3817740"/>
          <a:ext cx="6391275" cy="0"/>
        </a:xfrm>
        <a:prstGeom prst="line">
          <a:avLst/>
        </a:prstGeom>
        <a:solidFill>
          <a:schemeClr val="accent2">
            <a:hueOff val="-14824290"/>
            <a:satOff val="676"/>
            <a:lumOff val="0"/>
            <a:alphaOff val="0"/>
          </a:schemeClr>
        </a:solidFill>
        <a:ln w="19050" cap="rnd" cmpd="sng" algn="ctr">
          <a:solidFill>
            <a:schemeClr val="accent2">
              <a:hueOff val="-14824290"/>
              <a:satOff val="676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1B607B-13E7-BE48-B710-F0C25A313C38}">
      <dsp:nvSpPr>
        <dsp:cNvPr id="0" name=""/>
        <dsp:cNvSpPr/>
      </dsp:nvSpPr>
      <dsp:spPr>
        <a:xfrm>
          <a:off x="0" y="3817740"/>
          <a:ext cx="6391275" cy="6734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Results: Primary and secondary structure comparison of the amino acid sequence shows an overall trend that these proteins have similar properties across the species.</a:t>
          </a:r>
          <a:endParaRPr lang="en-US" sz="1300" kern="1200" dirty="0"/>
        </a:p>
      </dsp:txBody>
      <dsp:txXfrm>
        <a:off x="0" y="3817740"/>
        <a:ext cx="6391275" cy="673465"/>
      </dsp:txXfrm>
    </dsp:sp>
    <dsp:sp modelId="{5205BD9E-250B-204B-B741-6742379F2B13}">
      <dsp:nvSpPr>
        <dsp:cNvPr id="0" name=""/>
        <dsp:cNvSpPr/>
      </dsp:nvSpPr>
      <dsp:spPr>
        <a:xfrm>
          <a:off x="0" y="4491206"/>
          <a:ext cx="6391275" cy="0"/>
        </a:xfrm>
        <a:prstGeom prst="line">
          <a:avLst/>
        </a:prstGeom>
        <a:solidFill>
          <a:schemeClr val="accent2">
            <a:hueOff val="-19765721"/>
            <a:satOff val="901"/>
            <a:lumOff val="0"/>
            <a:alphaOff val="0"/>
          </a:schemeClr>
        </a:solidFill>
        <a:ln w="19050" cap="rnd" cmpd="sng" algn="ctr">
          <a:solidFill>
            <a:schemeClr val="accent2">
              <a:hueOff val="-19765721"/>
              <a:satOff val="901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D8EC22-BF5A-6A40-BD47-91D24F5BCDF4}">
      <dsp:nvSpPr>
        <dsp:cNvPr id="0" name=""/>
        <dsp:cNvSpPr/>
      </dsp:nvSpPr>
      <dsp:spPr>
        <a:xfrm>
          <a:off x="0" y="4491206"/>
          <a:ext cx="6391275" cy="7538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Phylogenetic trees constructed from the aligned sequences suggest that </a:t>
          </a:r>
          <a:r>
            <a:rPr lang="en-US" sz="1300" b="0" i="1" kern="1200" dirty="0"/>
            <a:t>Homo sapiens</a:t>
          </a:r>
          <a:r>
            <a:rPr lang="en-US" sz="1300" b="0" i="0" kern="1200" dirty="0"/>
            <a:t>, </a:t>
          </a:r>
          <a:r>
            <a:rPr lang="en-US" sz="1300" b="0" i="1" kern="1200" dirty="0"/>
            <a:t>Mus musculus </a:t>
          </a:r>
          <a:r>
            <a:rPr lang="en-US" sz="1300" b="0" i="0" kern="1200" dirty="0"/>
            <a:t>and </a:t>
          </a:r>
          <a:r>
            <a:rPr lang="en-US" sz="1300" b="0" i="1" kern="1200" dirty="0"/>
            <a:t>Saccharomyces cerevisiae  </a:t>
          </a:r>
          <a:r>
            <a:rPr lang="en-US" sz="1300" b="0" i="0" kern="1200" dirty="0"/>
            <a:t>are closely related</a:t>
          </a:r>
          <a:endParaRPr lang="en-US" sz="1300" kern="1200" dirty="0"/>
        </a:p>
      </dsp:txBody>
      <dsp:txXfrm>
        <a:off x="0" y="4491206"/>
        <a:ext cx="6391275" cy="75384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A75983-9536-0D4F-A2F6-6022FDBDF34E}">
      <dsp:nvSpPr>
        <dsp:cNvPr id="0" name=""/>
        <dsp:cNvSpPr/>
      </dsp:nvSpPr>
      <dsp:spPr>
        <a:xfrm>
          <a:off x="0" y="1507"/>
          <a:ext cx="9625383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F06D13-A169-744C-9A34-FD324F445CC2}">
      <dsp:nvSpPr>
        <dsp:cNvPr id="0" name=""/>
        <dsp:cNvSpPr/>
      </dsp:nvSpPr>
      <dsp:spPr>
        <a:xfrm>
          <a:off x="0" y="1507"/>
          <a:ext cx="9625383" cy="10278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 believe my educational background and work experience make me a great fit for this role. </a:t>
          </a:r>
        </a:p>
      </dsp:txBody>
      <dsp:txXfrm>
        <a:off x="0" y="1507"/>
        <a:ext cx="9625383" cy="1027815"/>
      </dsp:txXfrm>
    </dsp:sp>
    <dsp:sp modelId="{B00D39C3-338F-2440-81C9-4742BAA7B3D0}">
      <dsp:nvSpPr>
        <dsp:cNvPr id="0" name=""/>
        <dsp:cNvSpPr/>
      </dsp:nvSpPr>
      <dsp:spPr>
        <a:xfrm>
          <a:off x="0" y="1029322"/>
          <a:ext cx="9625383" cy="0"/>
        </a:xfrm>
        <a:prstGeom prst="line">
          <a:avLst/>
        </a:prstGeom>
        <a:solidFill>
          <a:schemeClr val="accent5">
            <a:hueOff val="1219212"/>
            <a:satOff val="-9721"/>
            <a:lumOff val="-7353"/>
            <a:alphaOff val="0"/>
          </a:schemeClr>
        </a:solidFill>
        <a:ln w="19050" cap="rnd" cmpd="sng" algn="ctr">
          <a:solidFill>
            <a:schemeClr val="accent5">
              <a:hueOff val="1219212"/>
              <a:satOff val="-9721"/>
              <a:lumOff val="-735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E9781B-5F74-8E46-B42F-C9AB2D3249B2}">
      <dsp:nvSpPr>
        <dsp:cNvPr id="0" name=""/>
        <dsp:cNvSpPr/>
      </dsp:nvSpPr>
      <dsp:spPr>
        <a:xfrm>
          <a:off x="0" y="1029322"/>
          <a:ext cx="9625383" cy="10278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I’m passionate about learning more about clinical research and utilizing my technical knowledge and communication skills to support quality processes in the healthcare domain. </a:t>
          </a:r>
        </a:p>
      </dsp:txBody>
      <dsp:txXfrm>
        <a:off x="0" y="1029322"/>
        <a:ext cx="9625383" cy="1027815"/>
      </dsp:txXfrm>
    </dsp:sp>
    <dsp:sp modelId="{F1B37174-F765-AD47-8BE4-83C6A4041D09}">
      <dsp:nvSpPr>
        <dsp:cNvPr id="0" name=""/>
        <dsp:cNvSpPr/>
      </dsp:nvSpPr>
      <dsp:spPr>
        <a:xfrm>
          <a:off x="0" y="2057138"/>
          <a:ext cx="9625383" cy="0"/>
        </a:xfrm>
        <a:prstGeom prst="line">
          <a:avLst/>
        </a:prstGeom>
        <a:solidFill>
          <a:schemeClr val="accent5">
            <a:hueOff val="2438425"/>
            <a:satOff val="-19443"/>
            <a:lumOff val="-14705"/>
            <a:alphaOff val="0"/>
          </a:schemeClr>
        </a:solidFill>
        <a:ln w="19050" cap="rnd" cmpd="sng" algn="ctr">
          <a:solidFill>
            <a:schemeClr val="accent5">
              <a:hueOff val="2438425"/>
              <a:satOff val="-19443"/>
              <a:lumOff val="-1470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BD877B-86F8-114E-BA0E-0AA314693C6A}">
      <dsp:nvSpPr>
        <dsp:cNvPr id="0" name=""/>
        <dsp:cNvSpPr/>
      </dsp:nvSpPr>
      <dsp:spPr>
        <a:xfrm>
          <a:off x="0" y="2057138"/>
          <a:ext cx="9625383" cy="10278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Happy to take more questions.</a:t>
          </a:r>
        </a:p>
      </dsp:txBody>
      <dsp:txXfrm>
        <a:off x="0" y="2057138"/>
        <a:ext cx="9625383" cy="10278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2FC664-ACED-7E4A-93CD-71D992B35D2A}" type="datetimeFigureOut">
              <a:rPr lang="en-US" smtClean="0"/>
              <a:t>5/18/24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A6140C-C933-1A40-955A-0243DAF98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582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6140C-C933-1A40-955A-0243DAF98E3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9299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6140C-C933-1A40-955A-0243DAF98E3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475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6140C-C933-1A40-955A-0243DAF98E3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3619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6140C-C933-1A40-955A-0243DAF98E3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1253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6140C-C933-1A40-955A-0243DAF98E3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2721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 diffusion was performed with Micrococcus luteus and Pseudomonas putida, in different</a:t>
            </a:r>
          </a:p>
          <a:p>
            <a:r>
              <a:rPr lang="en-US" dirty="0"/>
              <a:t>sets of experiments to obtain a safe and optimum dose range of Punica granatum, Citrus limetta</a:t>
            </a:r>
          </a:p>
          <a:p>
            <a:r>
              <a:rPr lang="en-US" dirty="0"/>
              <a:t>and Musa paradisiaca peel extracts. In this assay, the extracts dipped in the discs were diffused</a:t>
            </a:r>
          </a:p>
          <a:p>
            <a:r>
              <a:rPr lang="en-US" dirty="0"/>
              <a:t>over the bacterial spread agar plates which correlate to the activity of the extracts on microbial</a:t>
            </a:r>
          </a:p>
          <a:p>
            <a:r>
              <a:rPr lang="en-US" dirty="0"/>
              <a:t>cells under various treatment conditions.</a:t>
            </a:r>
          </a:p>
          <a:p>
            <a:r>
              <a:rPr lang="en-US" dirty="0"/>
              <a:t>To analyze the anti-inflammation potential of Punica granatum, Citrus limetta and Musa</a:t>
            </a:r>
          </a:p>
          <a:p>
            <a:r>
              <a:rPr lang="en-US" dirty="0"/>
              <a:t>paradisiaca peel extracts on Micrococcus luteus and Pseudomonas putida, the microbial cells</a:t>
            </a:r>
          </a:p>
          <a:p>
            <a:r>
              <a:rPr lang="en-US" dirty="0"/>
              <a:t>were exposed to varying concentration of doses and MIC was determined. Gentamycin, an</a:t>
            </a:r>
          </a:p>
          <a:p>
            <a:r>
              <a:rPr lang="en-US" dirty="0"/>
              <a:t>antibiotic, was used as a negative control that inhibits the growth of Micrococcus luteus and</a:t>
            </a:r>
          </a:p>
          <a:p>
            <a:r>
              <a:rPr lang="en-US" dirty="0"/>
              <a:t>Pseudomonas putida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6140C-C933-1A40-955A-0243DAF98E3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5394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Computational analysis of </a:t>
            </a:r>
            <a:r>
              <a:rPr lang="en-US" sz="1200" b="1" i="0" dirty="0"/>
              <a:t>Analysis of genes associated with FACT complex in Saccharomyces cerevisiae and its comparison with </a:t>
            </a:r>
            <a:r>
              <a:rPr lang="en-US" sz="1200" b="1" i="1" dirty="0"/>
              <a:t>Homo sapiens, Mus musculus, and Musca domestica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6140C-C933-1A40-955A-0243DAF98E3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8317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6140C-C933-1A40-955A-0243DAF98E3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4084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6140C-C933-1A40-955A-0243DAF98E3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9881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Questions: </a:t>
            </a:r>
          </a:p>
          <a:p>
            <a:r>
              <a:rPr lang="en-US" dirty="0"/>
              <a:t>Ben: </a:t>
            </a:r>
          </a:p>
          <a:p>
            <a:r>
              <a:rPr lang="en-US" dirty="0"/>
              <a:t>1. Are there any specific quality metrics that the group is currently focusing on?</a:t>
            </a:r>
          </a:p>
          <a:p>
            <a:r>
              <a:rPr lang="en-US" dirty="0"/>
              <a:t>2. how does the group stay informed about the latest developments and how can this role support in keeping the team updated on relevant advancements?</a:t>
            </a:r>
          </a:p>
          <a:p>
            <a:r>
              <a:rPr lang="en-US" dirty="0"/>
              <a:t>Dave: </a:t>
            </a:r>
          </a:p>
          <a:p>
            <a:r>
              <a:rPr lang="en-US" dirty="0"/>
              <a:t>1. What are the current measures in place to ensure communication within the group and how can the coordinator best support this?</a:t>
            </a:r>
          </a:p>
          <a:p>
            <a:r>
              <a:rPr lang="en-US" dirty="0"/>
              <a:t>2. Are there any specific challenges you notice that this role can help overcome?</a:t>
            </a:r>
          </a:p>
          <a:p>
            <a:r>
              <a:rPr lang="en-US" dirty="0"/>
              <a:t>Sam Tam: </a:t>
            </a:r>
          </a:p>
          <a:p>
            <a:r>
              <a:rPr lang="en-US" dirty="0"/>
              <a:t>1. How does the group currently approach root cause analysis and what methods or </a:t>
            </a:r>
            <a:r>
              <a:rPr lang="en-US" dirty="0" err="1"/>
              <a:t>ttools</a:t>
            </a:r>
            <a:r>
              <a:rPr lang="en-US" dirty="0"/>
              <a:t> are used?</a:t>
            </a:r>
          </a:p>
          <a:p>
            <a:r>
              <a:rPr lang="en-US" dirty="0"/>
              <a:t>2. Any challenges or barriers that coordinator can support with?</a:t>
            </a:r>
          </a:p>
          <a:p>
            <a:r>
              <a:rPr lang="en-US" dirty="0"/>
              <a:t>Franco: </a:t>
            </a:r>
          </a:p>
          <a:p>
            <a:r>
              <a:rPr lang="en-US" dirty="0"/>
              <a:t>1.How does the group foster a culture of continuous learning and improvement?</a:t>
            </a:r>
          </a:p>
          <a:p>
            <a:r>
              <a:rPr lang="en-US" dirty="0"/>
              <a:t>2.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6140C-C933-1A40-955A-0243DAF98E3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1155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smtClean="0"/>
              <a:pPr/>
              <a:t>5/18/24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8065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smtClean="0"/>
              <a:t>5/18/24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22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smtClean="0"/>
              <a:t>5/18/24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9088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smtClean="0"/>
              <a:t>5/18/24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9602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smtClean="0"/>
              <a:t>5/18/24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728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smtClean="0"/>
              <a:t>5/18/24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369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smtClean="0"/>
              <a:t>5/18/24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6456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smtClean="0"/>
              <a:t>5/18/24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970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smtClean="0"/>
              <a:t>5/18/24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6991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smtClean="0"/>
              <a:t>5/18/24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0396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smtClean="0"/>
              <a:t>5/18/24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93593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5/18/24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01022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smtClean="0"/>
              <a:t>5/18/24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18709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smtClean="0"/>
              <a:t>5/18/24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00674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smtClean="0"/>
              <a:t>5/18/24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85971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smtClean="0"/>
              <a:t>5/18/24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8652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smtClean="0"/>
              <a:t>5/18/24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0047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smtClean="0"/>
              <a:t>5/18/24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0997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  <p:sldLayoutId id="2147483724" r:id="rId14"/>
    <p:sldLayoutId id="2147483725" r:id="rId15"/>
    <p:sldLayoutId id="2147483726" r:id="rId16"/>
    <p:sldLayoutId id="2147483727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.xml"/><Relationship Id="rId11" Type="http://schemas.openxmlformats.org/officeDocument/2006/relationships/diagramColors" Target="../diagrams/colors3.xml"/><Relationship Id="rId5" Type="http://schemas.openxmlformats.org/officeDocument/2006/relationships/diagramQuickStyle" Target="../diagrams/quickStyle2.xml"/><Relationship Id="rId10" Type="http://schemas.openxmlformats.org/officeDocument/2006/relationships/diagramQuickStyle" Target="../diagrams/quickStyle3.xml"/><Relationship Id="rId4" Type="http://schemas.openxmlformats.org/officeDocument/2006/relationships/diagramLayout" Target="../diagrams/layout2.xml"/><Relationship Id="rId9" Type="http://schemas.openxmlformats.org/officeDocument/2006/relationships/diagramLayout" Target="../diagrams/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sv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5F72ECA3-2A46-4A5A-8330-12F7E2210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 useBgFill="1">
          <p:nvSpPr>
            <p:cNvPr id="22" name="Rectangle 21">
              <a:extLst>
                <a:ext uri="{FF2B5EF4-FFF2-40B4-BE49-F238E27FC236}">
                  <a16:creationId xmlns:a16="http://schemas.microsoft.com/office/drawing/2014/main" id="{2A4A5C4D-76C1-47EA-A0B6-CF294A5F4A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Freeform 5">
              <a:extLst>
                <a:ext uri="{FF2B5EF4-FFF2-40B4-BE49-F238E27FC236}">
                  <a16:creationId xmlns:a16="http://schemas.microsoft.com/office/drawing/2014/main" id="{29BC618C-AD3C-444D-B8CB-6FB6920D48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C562A8F-153F-F550-0917-2BA8695ACB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3817" y="1983783"/>
            <a:ext cx="8338088" cy="3655016"/>
          </a:xfrm>
        </p:spPr>
        <p:txBody>
          <a:bodyPr anchor="t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4600" b="1" dirty="0">
                <a:solidFill>
                  <a:schemeClr val="tx1"/>
                </a:solidFill>
              </a:rPr>
              <a:t>Clinical Trial Coordinator</a:t>
            </a:r>
            <a:r>
              <a:rPr lang="en-US" sz="4600" dirty="0">
                <a:solidFill>
                  <a:schemeClr val="tx1"/>
                </a:solidFill>
              </a:rPr>
              <a:t>–  </a:t>
            </a:r>
            <a:br>
              <a:rPr lang="en-US" sz="4600" dirty="0">
                <a:solidFill>
                  <a:schemeClr val="tx1"/>
                </a:solidFill>
              </a:rPr>
            </a:br>
            <a:r>
              <a:rPr lang="en-US" sz="3600" dirty="0">
                <a:solidFill>
                  <a:schemeClr val="tx1"/>
                </a:solidFill>
              </a:rPr>
              <a:t> </a:t>
            </a:r>
            <a:br>
              <a:rPr lang="en-US" sz="4600" dirty="0">
                <a:solidFill>
                  <a:schemeClr val="tx1"/>
                </a:solidFill>
              </a:rPr>
            </a:br>
            <a:r>
              <a:rPr lang="en-US" sz="4600" dirty="0" err="1">
                <a:solidFill>
                  <a:schemeClr val="tx1"/>
                </a:solidFill>
              </a:rPr>
              <a:t>MISkin</a:t>
            </a:r>
            <a:endParaRPr lang="en-US" sz="4600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D32428-3657-F62E-DB36-BC1A53DDEF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23288" y="3811291"/>
            <a:ext cx="3239145" cy="1464241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tx1"/>
                </a:solidFill>
              </a:rPr>
              <a:t>Mansi Verma </a:t>
            </a:r>
          </a:p>
          <a:p>
            <a:r>
              <a:rPr lang="en-US" sz="2800" b="1" dirty="0">
                <a:solidFill>
                  <a:schemeClr val="tx1"/>
                </a:solidFill>
              </a:rPr>
              <a:t>05/18/2024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29C0D00-401D-42B7-94D8-008C7DAA8E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0353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CB223-0124-511B-242E-D2F7BA14C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>
                <a:solidFill>
                  <a:srgbClr val="EBEBEB"/>
                </a:solidFill>
              </a:rPr>
              <a:t>Hi, I’m Mansi!</a:t>
            </a:r>
          </a:p>
        </p:txBody>
      </p:sp>
      <p:graphicFrame>
        <p:nvGraphicFramePr>
          <p:cNvPr id="39" name="Content Placeholder 2">
            <a:extLst>
              <a:ext uri="{FF2B5EF4-FFF2-40B4-BE49-F238E27FC236}">
                <a16:creationId xmlns:a16="http://schemas.microsoft.com/office/drawing/2014/main" id="{416380A8-D71D-28F0-12AC-40E8BE55EF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4708428"/>
              </p:ext>
            </p:extLst>
          </p:nvPr>
        </p:nvGraphicFramePr>
        <p:xfrm>
          <a:off x="1154954" y="2479728"/>
          <a:ext cx="9757363" cy="36559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92662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9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66B29-DBD6-F120-C441-1B13CBF67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Work Experience and Education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F1E3A17-6EE1-4480-4CF2-D9432CECD611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026362650"/>
              </p:ext>
            </p:extLst>
          </p:nvPr>
        </p:nvGraphicFramePr>
        <p:xfrm>
          <a:off x="1155700" y="2603500"/>
          <a:ext cx="4824413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27" name="Content Placeholder 4">
            <a:extLst>
              <a:ext uri="{FF2B5EF4-FFF2-40B4-BE49-F238E27FC236}">
                <a16:creationId xmlns:a16="http://schemas.microsoft.com/office/drawing/2014/main" id="{BD01C82B-6296-891E-58D0-CE15BC29F1F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28705692"/>
              </p:ext>
            </p:extLst>
          </p:nvPr>
        </p:nvGraphicFramePr>
        <p:xfrm>
          <a:off x="6500032" y="2603500"/>
          <a:ext cx="4824413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2361412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  <p:bldGraphic spid="27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885-771C-9502-51CA-25B69F438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100" b="1">
                <a:solidFill>
                  <a:srgbClr val="EBEBEB"/>
                </a:solidFill>
              </a:rPr>
              <a:t>Project Management - Novogene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78ADD2FF-53F7-40DA-90A3-19F75416D67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13426799"/>
              </p:ext>
            </p:extLst>
          </p:nvPr>
        </p:nvGraphicFramePr>
        <p:xfrm>
          <a:off x="880689" y="1938865"/>
          <a:ext cx="10430621" cy="41996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1FD7459-C207-219D-E47F-13E9AD3263CB}"/>
              </a:ext>
            </a:extLst>
          </p:cNvPr>
          <p:cNvSpPr txBox="1"/>
          <p:nvPr/>
        </p:nvSpPr>
        <p:spPr>
          <a:xfrm>
            <a:off x="2906720" y="5999997"/>
            <a:ext cx="5625258" cy="2771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05135">
              <a:spcAft>
                <a:spcPts val="564"/>
              </a:spcAft>
            </a:pPr>
            <a:r>
              <a:rPr lang="en-US" sz="1201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Skills: Microsoft Excel, LIMS (Laboratory information management system]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49469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46CFD-C3E5-D9FB-392F-E9EEF6E04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7338116" cy="49867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EBEBEB"/>
                </a:solidFill>
              </a:rPr>
              <a:t>Graduate Research Assistant – Oakland University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65B25852-81FF-7074-1DCA-F1368A2B7A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38918636"/>
              </p:ext>
            </p:extLst>
          </p:nvPr>
        </p:nvGraphicFramePr>
        <p:xfrm>
          <a:off x="1313849" y="2299488"/>
          <a:ext cx="9564301" cy="33586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386A135-468A-D8F3-4127-2023676C1138}"/>
              </a:ext>
            </a:extLst>
          </p:cNvPr>
          <p:cNvSpPr txBox="1"/>
          <p:nvPr/>
        </p:nvSpPr>
        <p:spPr>
          <a:xfrm>
            <a:off x="5517395" y="6026488"/>
            <a:ext cx="6055253" cy="28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20040">
              <a:spcAft>
                <a:spcPts val="600"/>
              </a:spcAft>
            </a:pPr>
            <a:r>
              <a:rPr lang="en-US" sz="126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Skills: Microsoft Excel, R, Power BI and Python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1377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F41EA-B30A-D4A3-98BB-1AD8B010A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/>
              <a:t>Project I</a:t>
            </a:r>
            <a:br>
              <a:rPr lang="en-US" sz="2000" b="1"/>
            </a:br>
            <a:r>
              <a:rPr lang="en-US" sz="2000" b="1"/>
              <a:t>Antimicrobial activity displayed by </a:t>
            </a:r>
            <a:r>
              <a:rPr lang="en-US" sz="2000" b="1" i="1"/>
              <a:t>Punica granatum</a:t>
            </a:r>
            <a:r>
              <a:rPr lang="en-US" sz="2000" b="1"/>
              <a:t>, </a:t>
            </a:r>
            <a:r>
              <a:rPr lang="en-US" sz="2000" b="1" i="1"/>
              <a:t>Citrus limetta </a:t>
            </a:r>
            <a:r>
              <a:rPr lang="en-US" sz="2000" b="1"/>
              <a:t>and </a:t>
            </a:r>
            <a:r>
              <a:rPr lang="en-US" sz="2000" b="1" i="1"/>
              <a:t>Musa paradisiaca </a:t>
            </a:r>
            <a:r>
              <a:rPr lang="en-US" sz="2000" b="1"/>
              <a:t>peel extracts on </a:t>
            </a:r>
            <a:r>
              <a:rPr lang="en-US" sz="2000" b="1" i="1"/>
              <a:t>Micrococcus luteu</a:t>
            </a:r>
            <a:r>
              <a:rPr lang="en-US" sz="2000" b="1"/>
              <a:t>s and </a:t>
            </a:r>
            <a:r>
              <a:rPr lang="en-US" sz="2000" b="1" i="1"/>
              <a:t>Pseudomonas putida</a:t>
            </a:r>
            <a:endParaRPr lang="en-US" sz="2000" b="1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98FF23-E3DC-00E7-524B-131FEFBFC0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164" y="2658532"/>
            <a:ext cx="5600700" cy="3225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34A43B-7380-CAF4-F3B1-74FF6B822EAC}"/>
              </a:ext>
            </a:extLst>
          </p:cNvPr>
          <p:cNvSpPr txBox="1"/>
          <p:nvPr/>
        </p:nvSpPr>
        <p:spPr>
          <a:xfrm>
            <a:off x="178554" y="5934670"/>
            <a:ext cx="118864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Zone of inhibition measured in </a:t>
            </a:r>
            <a:r>
              <a:rPr lang="en-US" i="1" dirty="0"/>
              <a:t>Punica granatum</a:t>
            </a:r>
            <a:r>
              <a:rPr lang="en-US" dirty="0"/>
              <a:t>, </a:t>
            </a:r>
            <a:r>
              <a:rPr lang="en-US" i="1" dirty="0"/>
              <a:t>Citrus limetta </a:t>
            </a:r>
            <a:r>
              <a:rPr lang="en-US" dirty="0"/>
              <a:t>and </a:t>
            </a:r>
            <a:r>
              <a:rPr lang="en-US" i="1" dirty="0"/>
              <a:t>Musa paradisiaca </a:t>
            </a:r>
            <a:r>
              <a:rPr lang="en-US" dirty="0"/>
              <a:t>peel extracts on </a:t>
            </a:r>
            <a:r>
              <a:rPr lang="en-US" i="1" dirty="0"/>
              <a:t>Pseudomonas putida </a:t>
            </a:r>
            <a:r>
              <a:rPr lang="en-US" dirty="0"/>
              <a:t>and </a:t>
            </a:r>
            <a:r>
              <a:rPr lang="en-US" i="1" dirty="0"/>
              <a:t>Micrococcus luteus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282A47-20F6-3FD1-C95B-7D812383D4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645832"/>
            <a:ext cx="5969000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268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16092-51A5-D7A0-FDB4-2CB8A0509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EBEBEB"/>
                </a:solidFill>
              </a:rPr>
              <a:t>Project II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CC0D629-4240-AD19-E563-FEA754A029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365511"/>
              </p:ext>
            </p:extLst>
          </p:nvPr>
        </p:nvGraphicFramePr>
        <p:xfrm>
          <a:off x="1286934" y="2464232"/>
          <a:ext cx="10119819" cy="35474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70297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9FFC0-9304-E2A0-115E-A6A798089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7"/>
            <a:ext cx="2942210" cy="4833745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EBEBEB"/>
                </a:solidFill>
              </a:rPr>
              <a:t>Project III</a:t>
            </a:r>
          </a:p>
        </p:txBody>
      </p:sp>
      <p:graphicFrame>
        <p:nvGraphicFramePr>
          <p:cNvPr id="24" name="Content Placeholder 2">
            <a:extLst>
              <a:ext uri="{FF2B5EF4-FFF2-40B4-BE49-F238E27FC236}">
                <a16:creationId xmlns:a16="http://schemas.microsoft.com/office/drawing/2014/main" id="{66906787-F101-B586-3B64-A072587563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0365198"/>
              </p:ext>
            </p:extLst>
          </p:nvPr>
        </p:nvGraphicFramePr>
        <p:xfrm>
          <a:off x="4965014" y="1176074"/>
          <a:ext cx="6391275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17195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2E846-FD51-31F2-CC59-D32F9448A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EBEBEB"/>
                </a:solidFill>
              </a:rPr>
              <a:t>Summary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7E17E057-7AEA-DB7B-88EC-EA092E022A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0180883"/>
              </p:ext>
            </p:extLst>
          </p:nvPr>
        </p:nvGraphicFramePr>
        <p:xfrm>
          <a:off x="1286934" y="2925232"/>
          <a:ext cx="9625383" cy="30864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95273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4091D54B-59AB-4A5E-8E9E-0421BD66D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47CE62E-FFFD-4A1F-BA78-C3B89C36F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3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AE51FD27-6B6A-4D21-BF22-245DA9BD0B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B8144315-1C5A-4185-A952-25D98D303D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4E212B76-74CB-461F-90A3-EF4F2397A8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5459DE-6BB3-1E33-1C9F-885CB5AED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4929" y="1241266"/>
            <a:ext cx="4798142" cy="315375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Thank you!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1E746D0-4B37-4869-B2EF-79D5F0FFFB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Graphic 6" descr="Handshake">
            <a:extLst>
              <a:ext uri="{FF2B5EF4-FFF2-40B4-BE49-F238E27FC236}">
                <a16:creationId xmlns:a16="http://schemas.microsoft.com/office/drawing/2014/main" id="{ABEE4C71-E6E9-1984-F362-2884BF21B2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8503" y="1113063"/>
            <a:ext cx="4628758" cy="4628758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777241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{3CF2BAB3-D208-E642-914F-57E3D20ACC24}tf10001076</Template>
  <TotalTime>14491</TotalTime>
  <Words>990</Words>
  <Application>Microsoft Macintosh PowerPoint</Application>
  <PresentationFormat>Widescreen</PresentationFormat>
  <Paragraphs>97</Paragraphs>
  <Slides>10</Slides>
  <Notes>10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Century Gothic</vt:lpstr>
      <vt:lpstr>Wingdings 3</vt:lpstr>
      <vt:lpstr>Ion Boardroom</vt:lpstr>
      <vt:lpstr>Clinical Trial Coordinator–     MISkin</vt:lpstr>
      <vt:lpstr>Hi, I’m Mansi!</vt:lpstr>
      <vt:lpstr>Work Experience and Education</vt:lpstr>
      <vt:lpstr>Project Management - Novogene</vt:lpstr>
      <vt:lpstr>Graduate Research Assistant – Oakland University</vt:lpstr>
      <vt:lpstr>Project I Antimicrobial activity displayed by Punica granatum, Citrus limetta and Musa paradisiaca peel extracts on Micrococcus luteus and Pseudomonas putida</vt:lpstr>
      <vt:lpstr>Project II</vt:lpstr>
      <vt:lpstr>Project III</vt:lpstr>
      <vt:lpstr>Summary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Sr. Business Analyst – PMO [Stryker]</dc:title>
  <dc:creator>Mansi Verma</dc:creator>
  <cp:lastModifiedBy>Mansi Verma</cp:lastModifiedBy>
  <cp:revision>7</cp:revision>
  <cp:lastPrinted>2024-01-15T15:29:56Z</cp:lastPrinted>
  <dcterms:created xsi:type="dcterms:W3CDTF">2024-01-14T23:14:09Z</dcterms:created>
  <dcterms:modified xsi:type="dcterms:W3CDTF">2024-05-18T17:06:10Z</dcterms:modified>
</cp:coreProperties>
</file>